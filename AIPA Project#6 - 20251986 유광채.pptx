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74" r:id="rId4"/>
    <p:sldId id="285" r:id="rId5"/>
    <p:sldId id="275" r:id="rId6"/>
    <p:sldId id="286" r:id="rId7"/>
    <p:sldId id="276" r:id="rId8"/>
    <p:sldId id="277" r:id="rId9"/>
    <p:sldId id="287" r:id="rId10"/>
    <p:sldId id="279" r:id="rId11"/>
    <p:sldId id="280" r:id="rId12"/>
    <p:sldId id="288" r:id="rId13"/>
    <p:sldId id="278" r:id="rId14"/>
    <p:sldId id="281" r:id="rId15"/>
    <p:sldId id="282" r:id="rId16"/>
    <p:sldId id="283" r:id="rId17"/>
    <p:sldId id="289" r:id="rId18"/>
    <p:sldId id="284" r:id="rId19"/>
    <p:sldId id="27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7F2DF-AD2F-4970-9C70-5075A1872318}" v="52" dt="2026-04-29T15:50:13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84" d="100"/>
          <a:sy n="84" d="100"/>
        </p:scale>
        <p:origin x="306" y="1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광채 유" userId="4ce35b8827199de3" providerId="LiveId" clId="{C28EE0B9-4A6E-4190-8C91-C0C0C6EDF07C}"/>
    <pc:docChg chg="undo custSel addSld delSld modSld sldOrd">
      <pc:chgData name="광채 유" userId="4ce35b8827199de3" providerId="LiveId" clId="{C28EE0B9-4A6E-4190-8C91-C0C0C6EDF07C}" dt="2026-04-29T16:00:16.600" v="2623" actId="1076"/>
      <pc:docMkLst>
        <pc:docMk/>
      </pc:docMkLst>
      <pc:sldChg chg="modSp mod">
        <pc:chgData name="광채 유" userId="4ce35b8827199de3" providerId="LiveId" clId="{C28EE0B9-4A6E-4190-8C91-C0C0C6EDF07C}" dt="2026-04-29T06:44:03.727" v="1323" actId="20577"/>
        <pc:sldMkLst>
          <pc:docMk/>
          <pc:sldMk cId="3296057783" sldId="256"/>
        </pc:sldMkLst>
        <pc:spChg chg="mod">
          <ac:chgData name="광채 유" userId="4ce35b8827199de3" providerId="LiveId" clId="{C28EE0B9-4A6E-4190-8C91-C0C0C6EDF07C}" dt="2026-04-29T06:31:26.615" v="565" actId="20577"/>
          <ac:spMkLst>
            <pc:docMk/>
            <pc:sldMk cId="3296057783" sldId="256"/>
            <ac:spMk id="2" creationId="{80A92C57-D77B-4DEE-1118-DECB15362A3E}"/>
          </ac:spMkLst>
        </pc:spChg>
        <pc:spChg chg="mod">
          <ac:chgData name="광채 유" userId="4ce35b8827199de3" providerId="LiveId" clId="{C28EE0B9-4A6E-4190-8C91-C0C0C6EDF07C}" dt="2026-04-29T06:44:03.727" v="1323" actId="20577"/>
          <ac:spMkLst>
            <pc:docMk/>
            <pc:sldMk cId="3296057783" sldId="256"/>
            <ac:spMk id="3" creationId="{CCAA0EFA-4DAA-52CF-CB89-652C0F01F80B}"/>
          </ac:spMkLst>
        </pc:spChg>
      </pc:sldChg>
      <pc:sldChg chg="add">
        <pc:chgData name="광채 유" userId="4ce35b8827199de3" providerId="LiveId" clId="{C28EE0B9-4A6E-4190-8C91-C0C0C6EDF07C}" dt="2026-04-09T01:47:52.828" v="156"/>
        <pc:sldMkLst>
          <pc:docMk/>
          <pc:sldMk cId="1508339829" sldId="271"/>
        </pc:sldMkLst>
      </pc:sldChg>
      <pc:sldChg chg="addSp modSp add mod">
        <pc:chgData name="광채 유" userId="4ce35b8827199de3" providerId="LiveId" clId="{C28EE0B9-4A6E-4190-8C91-C0C0C6EDF07C}" dt="2026-04-29T15:33:52.170" v="2325" actId="2711"/>
        <pc:sldMkLst>
          <pc:docMk/>
          <pc:sldMk cId="1255236827" sldId="272"/>
        </pc:sldMkLst>
        <pc:spChg chg="mod">
          <ac:chgData name="광채 유" userId="4ce35b8827199de3" providerId="LiveId" clId="{C28EE0B9-4A6E-4190-8C91-C0C0C6EDF07C}" dt="2026-04-29T15:33:52.170" v="2325" actId="2711"/>
          <ac:spMkLst>
            <pc:docMk/>
            <pc:sldMk cId="1255236827" sldId="272"/>
            <ac:spMk id="2" creationId="{FD32D35A-B68F-9793-94E7-99A2F8E94FD1}"/>
          </ac:spMkLst>
        </pc:spChg>
        <pc:spChg chg="add mod">
          <ac:chgData name="광채 유" userId="4ce35b8827199de3" providerId="LiveId" clId="{C28EE0B9-4A6E-4190-8C91-C0C0C6EDF07C}" dt="2026-04-29T06:51:46.370" v="1634" actId="2711"/>
          <ac:spMkLst>
            <pc:docMk/>
            <pc:sldMk cId="1255236827" sldId="272"/>
            <ac:spMk id="3" creationId="{D2FCCE67-73CA-A526-CE17-745C12E14E87}"/>
          </ac:spMkLst>
        </pc:spChg>
        <pc:picChg chg="add mod">
          <ac:chgData name="광채 유" userId="4ce35b8827199de3" providerId="LiveId" clId="{C28EE0B9-4A6E-4190-8C91-C0C0C6EDF07C}" dt="2026-04-29T06:52:29.647" v="1637" actId="1076"/>
          <ac:picMkLst>
            <pc:docMk/>
            <pc:sldMk cId="1255236827" sldId="272"/>
            <ac:picMk id="5" creationId="{1F2F2741-2BEC-7AB4-538E-8D9850BCEABA}"/>
          </ac:picMkLst>
        </pc:picChg>
      </pc:sldChg>
      <pc:sldChg chg="add del">
        <pc:chgData name="광채 유" userId="4ce35b8827199de3" providerId="LiveId" clId="{C28EE0B9-4A6E-4190-8C91-C0C0C6EDF07C}" dt="2026-04-29T06:52:46.304" v="1638" actId="47"/>
        <pc:sldMkLst>
          <pc:docMk/>
          <pc:sldMk cId="3904476907" sldId="273"/>
        </pc:sldMkLst>
      </pc:sldChg>
      <pc:sldChg chg="addSp delSp modSp add mod">
        <pc:chgData name="광채 유" userId="4ce35b8827199de3" providerId="LiveId" clId="{C28EE0B9-4A6E-4190-8C91-C0C0C6EDF07C}" dt="2026-04-29T06:55:17.432" v="1769" actId="1076"/>
        <pc:sldMkLst>
          <pc:docMk/>
          <pc:sldMk cId="2932761274" sldId="274"/>
        </pc:sldMkLst>
        <pc:spChg chg="mod">
          <ac:chgData name="광채 유" userId="4ce35b8827199de3" providerId="LiveId" clId="{C28EE0B9-4A6E-4190-8C91-C0C0C6EDF07C}" dt="2026-04-29T06:53:04.411" v="1710" actId="5793"/>
          <ac:spMkLst>
            <pc:docMk/>
            <pc:sldMk cId="2932761274" sldId="274"/>
            <ac:spMk id="2" creationId="{FD32D35A-B68F-9793-94E7-99A2F8E94FD1}"/>
          </ac:spMkLst>
        </pc:spChg>
        <pc:spChg chg="add mod">
          <ac:chgData name="광채 유" userId="4ce35b8827199de3" providerId="LiveId" clId="{C28EE0B9-4A6E-4190-8C91-C0C0C6EDF07C}" dt="2026-04-29T06:55:17.432" v="1769" actId="1076"/>
          <ac:spMkLst>
            <pc:docMk/>
            <pc:sldMk cId="2932761274" sldId="274"/>
            <ac:spMk id="4" creationId="{C4C5B5FB-5C7B-80FF-C06D-7A8B0B6CFAA9}"/>
          </ac:spMkLst>
        </pc:spChg>
        <pc:graphicFrameChg chg="add mod modGraphic">
          <ac:chgData name="광채 유" userId="4ce35b8827199de3" providerId="LiveId" clId="{C28EE0B9-4A6E-4190-8C91-C0C0C6EDF07C}" dt="2026-04-09T02:03:11.386" v="242" actId="1076"/>
          <ac:graphicFrameMkLst>
            <pc:docMk/>
            <pc:sldMk cId="2932761274" sldId="274"/>
            <ac:graphicFrameMk id="3" creationId="{4314221B-45E7-4AF5-7E79-244D3BD1D4F6}"/>
          </ac:graphicFrameMkLst>
        </pc:graphicFrameChg>
        <pc:picChg chg="add mod">
          <ac:chgData name="광채 유" userId="4ce35b8827199de3" providerId="LiveId" clId="{C28EE0B9-4A6E-4190-8C91-C0C0C6EDF07C}" dt="2026-04-29T06:54:36.140" v="1712" actId="1076"/>
          <ac:picMkLst>
            <pc:docMk/>
            <pc:sldMk cId="2932761274" sldId="274"/>
            <ac:picMk id="1027" creationId="{72D95368-191A-0954-387A-7034379BF376}"/>
          </ac:picMkLst>
        </pc:picChg>
        <pc:picChg chg="add mod">
          <ac:chgData name="광채 유" userId="4ce35b8827199de3" providerId="LiveId" clId="{C28EE0B9-4A6E-4190-8C91-C0C0C6EDF07C}" dt="2026-04-29T06:54:33.984" v="1711" actId="1076"/>
          <ac:picMkLst>
            <pc:docMk/>
            <pc:sldMk cId="2932761274" sldId="274"/>
            <ac:picMk id="1028" creationId="{AAC039A6-1A3D-A1EC-5B5A-F3D82763A286}"/>
          </ac:picMkLst>
        </pc:picChg>
      </pc:sldChg>
      <pc:sldChg chg="addSp delSp modSp add mod">
        <pc:chgData name="광채 유" userId="4ce35b8827199de3" providerId="LiveId" clId="{C28EE0B9-4A6E-4190-8C91-C0C0C6EDF07C}" dt="2026-04-29T07:04:46.803" v="1980" actId="20577"/>
        <pc:sldMkLst>
          <pc:docMk/>
          <pc:sldMk cId="2060825143" sldId="275"/>
        </pc:sldMkLst>
        <pc:spChg chg="mod">
          <ac:chgData name="광채 유" userId="4ce35b8827199de3" providerId="LiveId" clId="{C28EE0B9-4A6E-4190-8C91-C0C0C6EDF07C}" dt="2026-04-29T07:02:52.056" v="1934" actId="20577"/>
          <ac:spMkLst>
            <pc:docMk/>
            <pc:sldMk cId="2060825143" sldId="275"/>
            <ac:spMk id="2" creationId="{FD32D35A-B68F-9793-94E7-99A2F8E94FD1}"/>
          </ac:spMkLst>
        </pc:spChg>
        <pc:spChg chg="add mod">
          <ac:chgData name="광채 유" userId="4ce35b8827199de3" providerId="LiveId" clId="{C28EE0B9-4A6E-4190-8C91-C0C0C6EDF07C}" dt="2026-04-29T07:04:46.803" v="1980" actId="20577"/>
          <ac:spMkLst>
            <pc:docMk/>
            <pc:sldMk cId="2060825143" sldId="275"/>
            <ac:spMk id="5" creationId="{8B3AFC02-5085-217D-A144-F6ABA858858B}"/>
          </ac:spMkLst>
        </pc:spChg>
        <pc:spChg chg="add del mod">
          <ac:chgData name="광채 유" userId="4ce35b8827199de3" providerId="LiveId" clId="{C28EE0B9-4A6E-4190-8C91-C0C0C6EDF07C}" dt="2026-04-29T07:03:09.428" v="1939" actId="478"/>
          <ac:spMkLst>
            <pc:docMk/>
            <pc:sldMk cId="2060825143" sldId="275"/>
            <ac:spMk id="11" creationId="{AC5C3B10-A58B-DE83-832A-C5DF5B3EB3B2}"/>
          </ac:spMkLst>
        </pc:spChg>
        <pc:spChg chg="add del mod">
          <ac:chgData name="광채 유" userId="4ce35b8827199de3" providerId="LiveId" clId="{C28EE0B9-4A6E-4190-8C91-C0C0C6EDF07C}" dt="2026-04-29T07:03:12.797" v="1941" actId="478"/>
          <ac:spMkLst>
            <pc:docMk/>
            <pc:sldMk cId="2060825143" sldId="275"/>
            <ac:spMk id="12" creationId="{0BD1FCB2-A47D-676F-E6DC-7832ACB02AA3}"/>
          </ac:spMkLst>
        </pc:spChg>
        <pc:spChg chg="add del mod">
          <ac:chgData name="광채 유" userId="4ce35b8827199de3" providerId="LiveId" clId="{C28EE0B9-4A6E-4190-8C91-C0C0C6EDF07C}" dt="2026-04-29T07:03:07.398" v="1938" actId="478"/>
          <ac:spMkLst>
            <pc:docMk/>
            <pc:sldMk cId="2060825143" sldId="275"/>
            <ac:spMk id="13" creationId="{5CFC0770-EFD1-FE1B-BADC-88855CC25135}"/>
          </ac:spMkLst>
        </pc:spChg>
        <pc:picChg chg="add mod">
          <ac:chgData name="광채 유" userId="4ce35b8827199de3" providerId="LiveId" clId="{C28EE0B9-4A6E-4190-8C91-C0C0C6EDF07C}" dt="2026-04-29T07:03:46.633" v="1945" actId="27614"/>
          <ac:picMkLst>
            <pc:docMk/>
            <pc:sldMk cId="2060825143" sldId="275"/>
            <ac:picMk id="4" creationId="{82A89840-E7E2-0A57-0438-A0AE5EE6ED51}"/>
          </ac:picMkLst>
        </pc:picChg>
        <pc:picChg chg="add del mod">
          <ac:chgData name="광채 유" userId="4ce35b8827199de3" providerId="LiveId" clId="{C28EE0B9-4A6E-4190-8C91-C0C0C6EDF07C}" dt="2026-04-29T07:03:01.709" v="1935" actId="478"/>
          <ac:picMkLst>
            <pc:docMk/>
            <pc:sldMk cId="2060825143" sldId="275"/>
            <ac:picMk id="6" creationId="{75D0AE90-9B97-24AD-4033-99DC0185EF1B}"/>
          </ac:picMkLst>
        </pc:picChg>
        <pc:picChg chg="add del mod">
          <ac:chgData name="광채 유" userId="4ce35b8827199de3" providerId="LiveId" clId="{C28EE0B9-4A6E-4190-8C91-C0C0C6EDF07C}" dt="2026-04-29T07:03:11.131" v="1940" actId="478"/>
          <ac:picMkLst>
            <pc:docMk/>
            <pc:sldMk cId="2060825143" sldId="275"/>
            <ac:picMk id="8" creationId="{0557733F-F582-3D84-4101-A7799880DEF7}"/>
          </ac:picMkLst>
        </pc:picChg>
        <pc:picChg chg="add del mod">
          <ac:chgData name="광채 유" userId="4ce35b8827199de3" providerId="LiveId" clId="{C28EE0B9-4A6E-4190-8C91-C0C0C6EDF07C}" dt="2026-04-29T07:03:03.963" v="1936" actId="478"/>
          <ac:picMkLst>
            <pc:docMk/>
            <pc:sldMk cId="2060825143" sldId="275"/>
            <ac:picMk id="10" creationId="{D0E8A483-6120-A391-09D5-7722F50F5A9A}"/>
          </ac:picMkLst>
        </pc:picChg>
      </pc:sldChg>
      <pc:sldChg chg="addSp modSp add mod">
        <pc:chgData name="광채 유" userId="4ce35b8827199de3" providerId="LiveId" clId="{C28EE0B9-4A6E-4190-8C91-C0C0C6EDF07C}" dt="2026-04-29T14:56:10.964" v="2102" actId="20577"/>
        <pc:sldMkLst>
          <pc:docMk/>
          <pc:sldMk cId="371248057" sldId="276"/>
        </pc:sldMkLst>
        <pc:spChg chg="mod">
          <ac:chgData name="광채 유" userId="4ce35b8827199de3" providerId="LiveId" clId="{C28EE0B9-4A6E-4190-8C91-C0C0C6EDF07C}" dt="2026-04-29T14:55:16.624" v="2084" actId="20577"/>
          <ac:spMkLst>
            <pc:docMk/>
            <pc:sldMk cId="371248057" sldId="276"/>
            <ac:spMk id="2" creationId="{FD32D35A-B68F-9793-94E7-99A2F8E94FD1}"/>
          </ac:spMkLst>
        </pc:spChg>
        <pc:spChg chg="add mod">
          <ac:chgData name="광채 유" userId="4ce35b8827199de3" providerId="LiveId" clId="{C28EE0B9-4A6E-4190-8C91-C0C0C6EDF07C}" dt="2026-04-29T14:56:10.964" v="2102" actId="20577"/>
          <ac:spMkLst>
            <pc:docMk/>
            <pc:sldMk cId="371248057" sldId="276"/>
            <ac:spMk id="4" creationId="{8347013D-5ADC-DAB0-3B30-0916D07B3522}"/>
          </ac:spMkLst>
        </pc:spChg>
      </pc:sldChg>
      <pc:sldChg chg="addSp delSp modSp add mod">
        <pc:chgData name="광채 유" userId="4ce35b8827199de3" providerId="LiveId" clId="{C28EE0B9-4A6E-4190-8C91-C0C0C6EDF07C}" dt="2026-04-29T14:56:27.496" v="2107" actId="27636"/>
        <pc:sldMkLst>
          <pc:docMk/>
          <pc:sldMk cId="1471229522" sldId="277"/>
        </pc:sldMkLst>
        <pc:spChg chg="mod">
          <ac:chgData name="광채 유" userId="4ce35b8827199de3" providerId="LiveId" clId="{C28EE0B9-4A6E-4190-8C91-C0C0C6EDF07C}" dt="2026-04-29T14:56:27.496" v="2107" actId="27636"/>
          <ac:spMkLst>
            <pc:docMk/>
            <pc:sldMk cId="1471229522" sldId="277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09T02:26:39.013" v="361" actId="27614"/>
          <ac:picMkLst>
            <pc:docMk/>
            <pc:sldMk cId="1471229522" sldId="277"/>
            <ac:picMk id="5" creationId="{620BF157-E2EE-CB6B-2A91-A38870455418}"/>
          </ac:picMkLst>
        </pc:picChg>
      </pc:sldChg>
      <pc:sldChg chg="addSp delSp modSp add mod ord">
        <pc:chgData name="광채 유" userId="4ce35b8827199de3" providerId="LiveId" clId="{C28EE0B9-4A6E-4190-8C91-C0C0C6EDF07C}" dt="2026-04-29T15:32:01.202" v="2312" actId="27636"/>
        <pc:sldMkLst>
          <pc:docMk/>
          <pc:sldMk cId="1111586469" sldId="278"/>
        </pc:sldMkLst>
        <pc:spChg chg="mod">
          <ac:chgData name="광채 유" userId="4ce35b8827199de3" providerId="LiveId" clId="{C28EE0B9-4A6E-4190-8C91-C0C0C6EDF07C}" dt="2026-04-29T15:32:01.202" v="2312" actId="27636"/>
          <ac:spMkLst>
            <pc:docMk/>
            <pc:sldMk cId="1111586469" sldId="278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29T15:29:55.976" v="2215" actId="27614"/>
          <ac:picMkLst>
            <pc:docMk/>
            <pc:sldMk cId="1111586469" sldId="278"/>
            <ac:picMk id="4" creationId="{CFABDE67-01F4-0D54-33F9-5AA6CC23882B}"/>
          </ac:picMkLst>
        </pc:picChg>
        <pc:picChg chg="add mod">
          <ac:chgData name="광채 유" userId="4ce35b8827199de3" providerId="LiveId" clId="{C28EE0B9-4A6E-4190-8C91-C0C0C6EDF07C}" dt="2026-04-29T15:29:46.828" v="2214" actId="1076"/>
          <ac:picMkLst>
            <pc:docMk/>
            <pc:sldMk cId="1111586469" sldId="278"/>
            <ac:picMk id="5" creationId="{1A459DE9-CE6F-6CAD-A46D-F4868C89E57B}"/>
          </ac:picMkLst>
        </pc:picChg>
      </pc:sldChg>
      <pc:sldChg chg="addSp modSp add mod ord">
        <pc:chgData name="광채 유" userId="4ce35b8827199de3" providerId="LiveId" clId="{C28EE0B9-4A6E-4190-8C91-C0C0C6EDF07C}" dt="2026-04-29T15:30:52.965" v="2221"/>
        <pc:sldMkLst>
          <pc:docMk/>
          <pc:sldMk cId="1810469179" sldId="279"/>
        </pc:sldMkLst>
        <pc:spChg chg="mod">
          <ac:chgData name="광채 유" userId="4ce35b8827199de3" providerId="LiveId" clId="{C28EE0B9-4A6E-4190-8C91-C0C0C6EDF07C}" dt="2026-04-29T14:57:49.859" v="2201" actId="27636"/>
          <ac:spMkLst>
            <pc:docMk/>
            <pc:sldMk cId="1810469179" sldId="279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29T07:13:30.802" v="1989" actId="1076"/>
          <ac:picMkLst>
            <pc:docMk/>
            <pc:sldMk cId="1810469179" sldId="279"/>
            <ac:picMk id="4" creationId="{5C76E366-A96B-564D-A5A2-AD48521ED352}"/>
          </ac:picMkLst>
        </pc:picChg>
      </pc:sldChg>
      <pc:sldChg chg="addSp modSp add mod ord">
        <pc:chgData name="광채 유" userId="4ce35b8827199de3" providerId="LiveId" clId="{C28EE0B9-4A6E-4190-8C91-C0C0C6EDF07C}" dt="2026-04-29T15:33:21.801" v="2323" actId="14100"/>
        <pc:sldMkLst>
          <pc:docMk/>
          <pc:sldMk cId="2735882824" sldId="280"/>
        </pc:sldMkLst>
        <pc:spChg chg="mod">
          <ac:chgData name="광채 유" userId="4ce35b8827199de3" providerId="LiveId" clId="{C28EE0B9-4A6E-4190-8C91-C0C0C6EDF07C}" dt="2026-04-29T15:33:21.801" v="2323" actId="14100"/>
          <ac:spMkLst>
            <pc:docMk/>
            <pc:sldMk cId="2735882824" sldId="280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29T14:58:59.615" v="2207" actId="1076"/>
          <ac:picMkLst>
            <pc:docMk/>
            <pc:sldMk cId="2735882824" sldId="280"/>
            <ac:picMk id="4" creationId="{2B2975E5-7745-8C12-BBC2-7B7C5FAF3500}"/>
          </ac:picMkLst>
        </pc:picChg>
      </pc:sldChg>
      <pc:sldChg chg="addSp modSp add mod">
        <pc:chgData name="광채 유" userId="4ce35b8827199de3" providerId="LiveId" clId="{C28EE0B9-4A6E-4190-8C91-C0C0C6EDF07C}" dt="2026-04-29T15:40:12.789" v="2465" actId="14100"/>
        <pc:sldMkLst>
          <pc:docMk/>
          <pc:sldMk cId="2544424875" sldId="281"/>
        </pc:sldMkLst>
        <pc:spChg chg="mod">
          <ac:chgData name="광채 유" userId="4ce35b8827199de3" providerId="LiveId" clId="{C28EE0B9-4A6E-4190-8C91-C0C0C6EDF07C}" dt="2026-04-29T15:40:12.789" v="2465" actId="14100"/>
          <ac:spMkLst>
            <pc:docMk/>
            <pc:sldMk cId="2544424875" sldId="281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29T15:37:11.198" v="2335" actId="27614"/>
          <ac:picMkLst>
            <pc:docMk/>
            <pc:sldMk cId="2544424875" sldId="281"/>
            <ac:picMk id="4" creationId="{C64FD205-C745-F5D7-7F40-9927390AACA8}"/>
          </ac:picMkLst>
        </pc:picChg>
      </pc:sldChg>
      <pc:sldChg chg="addSp delSp modSp add mod">
        <pc:chgData name="광채 유" userId="4ce35b8827199de3" providerId="LiveId" clId="{C28EE0B9-4A6E-4190-8C91-C0C0C6EDF07C}" dt="2026-04-29T15:48:42.824" v="2494" actId="962"/>
        <pc:sldMkLst>
          <pc:docMk/>
          <pc:sldMk cId="4281741239" sldId="282"/>
        </pc:sldMkLst>
        <pc:spChg chg="mod">
          <ac:chgData name="광채 유" userId="4ce35b8827199de3" providerId="LiveId" clId="{C28EE0B9-4A6E-4190-8C91-C0C0C6EDF07C}" dt="2026-04-29T15:39:58.367" v="2462" actId="14100"/>
          <ac:spMkLst>
            <pc:docMk/>
            <pc:sldMk cId="4281741239" sldId="282"/>
            <ac:spMk id="2" creationId="{FD32D35A-B68F-9793-94E7-99A2F8E94FD1}"/>
          </ac:spMkLst>
        </pc:spChg>
        <pc:spChg chg="add del">
          <ac:chgData name="광채 유" userId="4ce35b8827199de3" providerId="LiveId" clId="{C28EE0B9-4A6E-4190-8C91-C0C0C6EDF07C}" dt="2026-04-29T15:45:10.556" v="2467" actId="22"/>
          <ac:spMkLst>
            <pc:docMk/>
            <pc:sldMk cId="4281741239" sldId="282"/>
            <ac:spMk id="4" creationId="{946D652E-2ED6-4CEF-1BC2-FB51957941B7}"/>
          </ac:spMkLst>
        </pc:spChg>
        <pc:picChg chg="add mod">
          <ac:chgData name="광채 유" userId="4ce35b8827199de3" providerId="LiveId" clId="{C28EE0B9-4A6E-4190-8C91-C0C0C6EDF07C}" dt="2026-04-29T15:48:08.182" v="2484" actId="1076"/>
          <ac:picMkLst>
            <pc:docMk/>
            <pc:sldMk cId="4281741239" sldId="282"/>
            <ac:picMk id="6" creationId="{1C37A7F6-3417-E7D4-623C-BFA286A0C3E2}"/>
          </ac:picMkLst>
        </pc:picChg>
        <pc:picChg chg="add mod">
          <ac:chgData name="광채 유" userId="4ce35b8827199de3" providerId="LiveId" clId="{C28EE0B9-4A6E-4190-8C91-C0C0C6EDF07C}" dt="2026-04-29T15:48:05.789" v="2483" actId="1076"/>
          <ac:picMkLst>
            <pc:docMk/>
            <pc:sldMk cId="4281741239" sldId="282"/>
            <ac:picMk id="8" creationId="{172978F0-364F-FF13-CF0A-65E0801536C3}"/>
          </ac:picMkLst>
        </pc:picChg>
        <pc:picChg chg="add mod">
          <ac:chgData name="광채 유" userId="4ce35b8827199de3" providerId="LiveId" clId="{C28EE0B9-4A6E-4190-8C91-C0C0C6EDF07C}" dt="2026-04-29T15:48:31.906" v="2489" actId="27614"/>
          <ac:picMkLst>
            <pc:docMk/>
            <pc:sldMk cId="4281741239" sldId="282"/>
            <ac:picMk id="10" creationId="{2D841E19-0675-4C19-043A-E451FBE8B62F}"/>
          </ac:picMkLst>
        </pc:picChg>
        <pc:picChg chg="add mod">
          <ac:chgData name="광채 유" userId="4ce35b8827199de3" providerId="LiveId" clId="{C28EE0B9-4A6E-4190-8C91-C0C0C6EDF07C}" dt="2026-04-29T15:48:42.824" v="2494" actId="962"/>
          <ac:picMkLst>
            <pc:docMk/>
            <pc:sldMk cId="4281741239" sldId="282"/>
            <ac:picMk id="12" creationId="{ADF44AA5-C223-B3C4-9545-8E88689CC7B8}"/>
          </ac:picMkLst>
        </pc:picChg>
      </pc:sldChg>
      <pc:sldChg chg="addSp modSp add mod">
        <pc:chgData name="광채 유" userId="4ce35b8827199de3" providerId="LiveId" clId="{C28EE0B9-4A6E-4190-8C91-C0C0C6EDF07C}" dt="2026-04-29T15:49:58.621" v="2600" actId="20577"/>
        <pc:sldMkLst>
          <pc:docMk/>
          <pc:sldMk cId="2746122222" sldId="283"/>
        </pc:sldMkLst>
        <pc:spChg chg="mod">
          <ac:chgData name="광채 유" userId="4ce35b8827199de3" providerId="LiveId" clId="{C28EE0B9-4A6E-4190-8C91-C0C0C6EDF07C}" dt="2026-04-29T15:49:58.621" v="2600" actId="20577"/>
          <ac:spMkLst>
            <pc:docMk/>
            <pc:sldMk cId="2746122222" sldId="283"/>
            <ac:spMk id="2" creationId="{FD32D35A-B68F-9793-94E7-99A2F8E94FD1}"/>
          </ac:spMkLst>
        </pc:spChg>
        <pc:picChg chg="add mod">
          <ac:chgData name="광채 유" userId="4ce35b8827199de3" providerId="LiveId" clId="{C28EE0B9-4A6E-4190-8C91-C0C0C6EDF07C}" dt="2026-04-29T15:49:28.318" v="2498" actId="27614"/>
          <ac:picMkLst>
            <pc:docMk/>
            <pc:sldMk cId="2746122222" sldId="283"/>
            <ac:picMk id="4" creationId="{71CE303A-B46A-9782-2BFE-E452B7EFA7B8}"/>
          </ac:picMkLst>
        </pc:picChg>
      </pc:sldChg>
      <pc:sldChg chg="addSp delSp modSp add mod">
        <pc:chgData name="광채 유" userId="4ce35b8827199de3" providerId="LiveId" clId="{C28EE0B9-4A6E-4190-8C91-C0C0C6EDF07C}" dt="2026-04-29T16:00:16.600" v="2623" actId="1076"/>
        <pc:sldMkLst>
          <pc:docMk/>
          <pc:sldMk cId="2169157791" sldId="284"/>
        </pc:sldMkLst>
        <pc:spChg chg="del">
          <ac:chgData name="광채 유" userId="4ce35b8827199de3" providerId="LiveId" clId="{C28EE0B9-4A6E-4190-8C91-C0C0C6EDF07C}" dt="2026-04-29T15:50:39.371" v="2604" actId="478"/>
          <ac:spMkLst>
            <pc:docMk/>
            <pc:sldMk cId="2169157791" sldId="284"/>
            <ac:spMk id="2" creationId="{FD32D35A-B68F-9793-94E7-99A2F8E94FD1}"/>
          </ac:spMkLst>
        </pc:spChg>
        <pc:spChg chg="add mod">
          <ac:chgData name="광채 유" userId="4ce35b8827199de3" providerId="LiveId" clId="{C28EE0B9-4A6E-4190-8C91-C0C0C6EDF07C}" dt="2026-04-29T15:50:13.531" v="2603"/>
          <ac:spMkLst>
            <pc:docMk/>
            <pc:sldMk cId="2169157791" sldId="284"/>
            <ac:spMk id="3" creationId="{1D4688F3-7E60-5873-BC95-83D7ADE81109}"/>
          </ac:spMkLst>
        </pc:spChg>
        <pc:picChg chg="add mod">
          <ac:chgData name="광채 유" userId="4ce35b8827199de3" providerId="LiveId" clId="{C28EE0B9-4A6E-4190-8C91-C0C0C6EDF07C}" dt="2026-04-29T16:00:16.600" v="2623" actId="1076"/>
          <ac:picMkLst>
            <pc:docMk/>
            <pc:sldMk cId="2169157791" sldId="284"/>
            <ac:picMk id="5" creationId="{15808164-3279-707F-6654-AF04A14C2173}"/>
          </ac:picMkLst>
        </pc:picChg>
      </pc:sldChg>
      <pc:sldChg chg="addSp modSp new mod">
        <pc:chgData name="광채 유" userId="4ce35b8827199de3" providerId="LiveId" clId="{C28EE0B9-4A6E-4190-8C91-C0C0C6EDF07C}" dt="2026-04-29T07:05:31.665" v="1984" actId="1076"/>
        <pc:sldMkLst>
          <pc:docMk/>
          <pc:sldMk cId="3522290333" sldId="285"/>
        </pc:sldMkLst>
        <pc:spChg chg="mod">
          <ac:chgData name="광채 유" userId="4ce35b8827199de3" providerId="LiveId" clId="{C28EE0B9-4A6E-4190-8C91-C0C0C6EDF07C}" dt="2026-04-29T07:01:30.672" v="1876" actId="20577"/>
          <ac:spMkLst>
            <pc:docMk/>
            <pc:sldMk cId="3522290333" sldId="285"/>
            <ac:spMk id="2" creationId="{8C665033-CF56-FA61-B52A-C93BF020968B}"/>
          </ac:spMkLst>
        </pc:spChg>
        <pc:picChg chg="add mod">
          <ac:chgData name="광채 유" userId="4ce35b8827199de3" providerId="LiveId" clId="{C28EE0B9-4A6E-4190-8C91-C0C0C6EDF07C}" dt="2026-04-29T07:05:08.621" v="1982" actId="1076"/>
          <ac:picMkLst>
            <pc:docMk/>
            <pc:sldMk cId="3522290333" sldId="285"/>
            <ac:picMk id="4" creationId="{712374AE-ADF4-3A94-0140-8E620C7E28CD}"/>
          </ac:picMkLst>
        </pc:picChg>
        <pc:picChg chg="add mod">
          <ac:chgData name="광채 유" userId="4ce35b8827199de3" providerId="LiveId" clId="{C28EE0B9-4A6E-4190-8C91-C0C0C6EDF07C}" dt="2026-04-29T07:05:31.665" v="1984" actId="1076"/>
          <ac:picMkLst>
            <pc:docMk/>
            <pc:sldMk cId="3522290333" sldId="285"/>
            <ac:picMk id="6" creationId="{37BE2C99-5ED5-C9E8-9B94-0BE8EB33CD0E}"/>
          </ac:picMkLst>
        </pc:picChg>
      </pc:sldChg>
      <pc:sldChg chg="addSp modSp new mod">
        <pc:chgData name="광채 유" userId="4ce35b8827199de3" providerId="LiveId" clId="{C28EE0B9-4A6E-4190-8C91-C0C0C6EDF07C}" dt="2026-04-29T14:54:55.779" v="2079" actId="27614"/>
        <pc:sldMkLst>
          <pc:docMk/>
          <pc:sldMk cId="2526919" sldId="286"/>
        </pc:sldMkLst>
        <pc:spChg chg="mod">
          <ac:chgData name="광채 유" userId="4ce35b8827199de3" providerId="LiveId" clId="{C28EE0B9-4A6E-4190-8C91-C0C0C6EDF07C}" dt="2026-04-29T07:14:44.152" v="2075" actId="27636"/>
          <ac:spMkLst>
            <pc:docMk/>
            <pc:sldMk cId="2526919" sldId="286"/>
            <ac:spMk id="2" creationId="{3D59020E-F5E4-196F-2A31-B8453A21DDAA}"/>
          </ac:spMkLst>
        </pc:spChg>
        <pc:picChg chg="add mod">
          <ac:chgData name="광채 유" userId="4ce35b8827199de3" providerId="LiveId" clId="{C28EE0B9-4A6E-4190-8C91-C0C0C6EDF07C}" dt="2026-04-29T14:54:55.779" v="2079" actId="27614"/>
          <ac:picMkLst>
            <pc:docMk/>
            <pc:sldMk cId="2526919" sldId="286"/>
            <ac:picMk id="4" creationId="{CC740C83-9DE7-BE55-0A88-B345883B3179}"/>
          </ac:picMkLst>
        </pc:picChg>
      </pc:sldChg>
      <pc:sldChg chg="addSp modSp new mod">
        <pc:chgData name="광채 유" userId="4ce35b8827199de3" providerId="LiveId" clId="{C28EE0B9-4A6E-4190-8C91-C0C0C6EDF07C}" dt="2026-04-29T14:57:38.349" v="2196" actId="27636"/>
        <pc:sldMkLst>
          <pc:docMk/>
          <pc:sldMk cId="4133323289" sldId="287"/>
        </pc:sldMkLst>
        <pc:spChg chg="mod">
          <ac:chgData name="광채 유" userId="4ce35b8827199de3" providerId="LiveId" clId="{C28EE0B9-4A6E-4190-8C91-C0C0C6EDF07C}" dt="2026-04-29T14:57:38.349" v="2196" actId="27636"/>
          <ac:spMkLst>
            <pc:docMk/>
            <pc:sldMk cId="4133323289" sldId="287"/>
            <ac:spMk id="2" creationId="{ECEFBF5F-522C-FE75-2A28-7FF0A2E37AE0}"/>
          </ac:spMkLst>
        </pc:spChg>
        <pc:picChg chg="add mod">
          <ac:chgData name="광채 유" userId="4ce35b8827199de3" providerId="LiveId" clId="{C28EE0B9-4A6E-4190-8C91-C0C0C6EDF07C}" dt="2026-04-29T14:57:17.874" v="2113" actId="27614"/>
          <ac:picMkLst>
            <pc:docMk/>
            <pc:sldMk cId="4133323289" sldId="287"/>
            <ac:picMk id="4" creationId="{50183264-95B6-B117-8AF2-7A4649B0653B}"/>
          </ac:picMkLst>
        </pc:picChg>
      </pc:sldChg>
      <pc:sldChg chg="addSp modSp new mod ord">
        <pc:chgData name="광채 유" userId="4ce35b8827199de3" providerId="LiveId" clId="{C28EE0B9-4A6E-4190-8C91-C0C0C6EDF07C}" dt="2026-04-29T15:34:16.585" v="2331" actId="255"/>
        <pc:sldMkLst>
          <pc:docMk/>
          <pc:sldMk cId="680198929" sldId="288"/>
        </pc:sldMkLst>
        <pc:spChg chg="mod">
          <ac:chgData name="광채 유" userId="4ce35b8827199de3" providerId="LiveId" clId="{C28EE0B9-4A6E-4190-8C91-C0C0C6EDF07C}" dt="2026-04-29T15:34:16.585" v="2331" actId="255"/>
          <ac:spMkLst>
            <pc:docMk/>
            <pc:sldMk cId="680198929" sldId="288"/>
            <ac:spMk id="2" creationId="{FF3A0E61-19CD-5099-753F-8D15EE21F2D8}"/>
          </ac:spMkLst>
        </pc:spChg>
        <pc:picChg chg="add mod">
          <ac:chgData name="광채 유" userId="4ce35b8827199de3" providerId="LiveId" clId="{C28EE0B9-4A6E-4190-8C91-C0C0C6EDF07C}" dt="2026-04-29T15:32:54.087" v="2320" actId="27614"/>
          <ac:picMkLst>
            <pc:docMk/>
            <pc:sldMk cId="680198929" sldId="288"/>
            <ac:picMk id="4" creationId="{51DDBC75-289A-53FE-ACA6-C6934F2B755F}"/>
          </ac:picMkLst>
        </pc:picChg>
      </pc:sldChg>
      <pc:sldChg chg="addSp delSp modSp new mod">
        <pc:chgData name="광채 유" userId="4ce35b8827199de3" providerId="LiveId" clId="{C28EE0B9-4A6E-4190-8C91-C0C0C6EDF07C}" dt="2026-04-29T15:57:08.712" v="2616" actId="1076"/>
        <pc:sldMkLst>
          <pc:docMk/>
          <pc:sldMk cId="140523281" sldId="289"/>
        </pc:sldMkLst>
        <pc:spChg chg="del">
          <ac:chgData name="광채 유" userId="4ce35b8827199de3" providerId="LiveId" clId="{C28EE0B9-4A6E-4190-8C91-C0C0C6EDF07C}" dt="2026-04-29T15:50:05.438" v="2601" actId="478"/>
          <ac:spMkLst>
            <pc:docMk/>
            <pc:sldMk cId="140523281" sldId="289"/>
            <ac:spMk id="2" creationId="{90CA6511-68F1-895B-D32C-35C8D8F7D287}"/>
          </ac:spMkLst>
        </pc:spChg>
        <pc:spChg chg="add mod">
          <ac:chgData name="광채 유" userId="4ce35b8827199de3" providerId="LiveId" clId="{C28EE0B9-4A6E-4190-8C91-C0C0C6EDF07C}" dt="2026-04-29T15:50:11.998" v="2602"/>
          <ac:spMkLst>
            <pc:docMk/>
            <pc:sldMk cId="140523281" sldId="289"/>
            <ac:spMk id="3" creationId="{B043FA13-DDA1-E085-4432-6C1123F75B26}"/>
          </ac:spMkLst>
        </pc:spChg>
        <pc:picChg chg="add mod">
          <ac:chgData name="광채 유" userId="4ce35b8827199de3" providerId="LiveId" clId="{C28EE0B9-4A6E-4190-8C91-C0C0C6EDF07C}" dt="2026-04-29T15:56:51.609" v="2609" actId="962"/>
          <ac:picMkLst>
            <pc:docMk/>
            <pc:sldMk cId="140523281" sldId="289"/>
            <ac:picMk id="5" creationId="{4681038D-8FB9-B5F1-4201-D6CEB80E63AC}"/>
          </ac:picMkLst>
        </pc:picChg>
        <pc:picChg chg="add mod">
          <ac:chgData name="광채 유" userId="4ce35b8827199de3" providerId="LiveId" clId="{C28EE0B9-4A6E-4190-8C91-C0C0C6EDF07C}" dt="2026-04-29T15:57:08.712" v="2616" actId="1076"/>
          <ac:picMkLst>
            <pc:docMk/>
            <pc:sldMk cId="140523281" sldId="289"/>
            <ac:picMk id="7" creationId="{26D50B87-43D1-E84F-2342-39369982C1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D8C6-DE5B-4B64-A497-5AEEB6DF43B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F6955-7CF6-42D2-863E-E99250C460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03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F9C99-5E54-2AF8-73B6-A98460B72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6D1A43-BD3C-7B75-C32E-AAD9221FF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0B88C3-9B0B-7324-E69E-AB36A7BB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A55838-E4C5-7051-0147-E7BA985C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CC3A3-ECD8-F7E3-A3A9-A4D05E75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4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D9F1C-6EAB-D73F-F35C-697EB954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03D9A-CC1C-1C3F-B2A2-DB9164905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522F78-D297-C064-DE2E-81DFD66B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E2F6D-4B80-4E60-57BB-94AF8F2E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0BC93E-5F7C-7C2D-A4CB-67330E05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8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C2002-EE28-CC49-0069-E228E901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6971DB-484A-E404-1779-EB0D1F658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BECF3-6C07-48F4-8567-DECE777D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308E25-EDE0-C51D-04AF-4285D9FC3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7773F1-B56E-60B6-CE5E-7AA31EFC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93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435DF-19FA-3C5B-EB49-1D42FBB8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04229-F08E-07AC-5BF0-15FAE1696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A69387-96E2-531D-46CA-6B4D4A5AB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E781BA-DE96-9709-E58E-ACE05FCB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E8C2BE-B556-154C-5A9C-991DEB3C7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C90CFE-DF8C-597F-E1C9-877EE878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461FA-2522-A426-8E51-F8A56C43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90CCE-9882-02AE-A53C-265E979DC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53E39A-2783-B701-228B-5FE1BE63F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AF800-46A6-0A7F-C39F-B79D9334AF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F4160D-CD4D-0085-A5C1-99DBFF652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D83515-BB04-060A-5B72-04C4898A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0D1EA5-CAC4-4C0B-2D71-7BD55361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73204B-0B86-52FD-AC73-49D491C9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8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85BEC-A5BC-40F2-4C54-08EA94AD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22D502-7D1F-33A6-C8EE-35172B1B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EB0353-6D2E-70BB-E20D-A2DE810D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A59CEA-9AC5-48D1-F78A-20FDE871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6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2DDE57-EC43-3828-9A33-D29FEF79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33B02A-540D-DD2E-060D-C5F22E7D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DB652-345F-83D5-5463-7B4A2CA6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6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F1B5C6-0640-FB29-9E88-E64FA20A9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2438B-CB90-0BEA-07A6-ECBFE5AA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43BB20-3B25-BF5C-BA36-C07EAEBD4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1ED181-0DEE-97D4-E2AC-F6E8547E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74DB4C-C7A9-501B-5226-4EC0BAFB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B4D19C-EB79-8F17-71F8-25C28A22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79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1F7F1-7104-B166-8FDC-37D9369F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76AAEB-EF18-4FAB-E062-D60182E34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307596-3447-C035-13C0-DEE3EA3D7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88D93B-81E9-B57A-14FE-B3744DE9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057624-09C8-7992-9CC0-143D7669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74F7C4-AD13-F3EA-3529-E150C7AA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7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9CB6D-7765-86AE-9BD3-A2CBDF22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CE97C2-E9D7-50C0-4D8E-DE9FA1CED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6F63E-7611-E362-5197-C7C4D08A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3EBE1-9860-1C4E-D509-7492BD91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676DFD-5154-6C35-B588-6685409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448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5C21FE-0088-C2CB-77BD-7CD811423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829C08-61B3-8817-30ED-3425BDC36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9CE62-08C2-B188-C51D-B8417769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7EF8E-9C82-08E8-6A9B-883F5BB6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58B376-3D8C-F2F6-C790-E119CB95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526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5597D-15FD-0923-B7F3-E294273E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23FB-CEB9-42B7-9EFA-B5AAE0E2ACF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F820AE-640B-3BCD-2F17-EF897070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A75408-A8C4-5EBB-29DC-16EFBA9A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567FC-288D-4EA7-B2F2-C84C36846BD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893DF9-371A-C549-884B-AE9B39173A22}"/>
              </a:ext>
            </a:extLst>
          </p:cNvPr>
          <p:cNvCxnSpPr/>
          <p:nvPr userDrawn="1"/>
        </p:nvCxnSpPr>
        <p:spPr>
          <a:xfrm>
            <a:off x="557943" y="1059629"/>
            <a:ext cx="110749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EDD01E1-838A-F337-466A-6F6CE9324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7943" y="475429"/>
            <a:ext cx="3818085" cy="584200"/>
          </a:xfrm>
        </p:spPr>
        <p:txBody>
          <a:bodyPr anchor="ctr"/>
          <a:lstStyle>
            <a:lvl1pPr>
              <a:buNone/>
              <a:defRPr sz="240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</a:lstStyle>
          <a:p>
            <a:pPr lvl="0"/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91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D107E3-0E5D-3B4F-33F9-F739794A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5C097-8B9A-8617-2D56-AA3AA8B39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B71621-DAE7-EA58-8394-E209EA4F5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4313F-CBEC-4DC6-97FB-AB6A9021337E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8D443-7523-CD1A-63E4-FD397B814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106BE7-CDB4-20A3-E1A8-E02EDB8C3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A7D2F-1118-4ABF-8B4A-0044121472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3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92C57-D77B-4DEE-1118-DECB15362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AI-Based People Analytics</a:t>
            </a:r>
            <a:endParaRPr lang="ko-KR" altLang="en-US" sz="54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AA0EFA-4DAA-52CF-CB89-652C0F01F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121491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Project #6</a:t>
            </a:r>
          </a:p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AI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기반 교육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역량 개발 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People Analytics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프로젝트</a:t>
            </a:r>
            <a:endParaRPr lang="en-US" altLang="ko-KR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실무 질문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우리 회사의 교육 효과를 분석하고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직원 별 맞춤 교육을 추천하고 싶습니다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endParaRPr lang="en-US" altLang="ko-KR" sz="21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리더십 교육의 효과 확인 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우리 회사에서 실시한 리더십 교육의 효과가 있었을까요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? </a:t>
            </a:r>
          </a:p>
          <a:p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–&gt; t-Test/ANOVA/ANCOVA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연계</a:t>
            </a:r>
            <a:endParaRPr lang="en-US" altLang="ko-KR" sz="21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    AI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교육의 효과 확인</a:t>
            </a:r>
            <a:endParaRPr lang="en-US" altLang="ko-KR" sz="21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3.    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직원 별 맞춤 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HRD </a:t>
            </a:r>
            <a:r>
              <a:rPr lang="ko-KR" altLang="en-US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추천 </a:t>
            </a:r>
            <a:r>
              <a:rPr lang="en-US" altLang="ko-KR" sz="21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2100" dirty="0" err="1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머신러닝</a:t>
            </a:r>
            <a:endParaRPr lang="en-US" altLang="ko-KR" sz="2100" dirty="0">
              <a:solidFill>
                <a:schemeClr val="bg1">
                  <a:lumMod val="65000"/>
                </a:schemeClr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605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2" y="475429"/>
            <a:ext cx="9893219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</a:t>
            </a:r>
            <a:r>
              <a:rPr lang="ko-KR" altLang="en-US" dirty="0"/>
              <a:t>기술 통계</a:t>
            </a:r>
            <a:r>
              <a:rPr lang="en-US" altLang="ko-KR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CCE67-73CA-A526-CE17-745C12E14E87}"/>
              </a:ext>
            </a:extLst>
          </p:cNvPr>
          <p:cNvSpPr txBox="1"/>
          <p:nvPr/>
        </p:nvSpPr>
        <p:spPr>
          <a:xfrm>
            <a:off x="743412" y="1699924"/>
            <a:ext cx="9781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6_Paproject_6_2_Leadership.csv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데이터 파일을 이용해서 집단 별로 전년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올해 리더십을 확인한다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JAMOVI -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기술 통계 수행</a:t>
            </a:r>
            <a:endParaRPr lang="en-US" altLang="ko-KR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2F2741-2BEC-7AB4-538E-8D9850BCE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765" y="2320075"/>
            <a:ext cx="3584096" cy="39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3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213401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</a:t>
            </a:r>
            <a:r>
              <a:rPr lang="ko-KR" altLang="en-US" dirty="0"/>
              <a:t>기술 통계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314221B-45E7-4AF5-7E79-244D3BD1D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92152"/>
              </p:ext>
            </p:extLst>
          </p:nvPr>
        </p:nvGraphicFramePr>
        <p:xfrm>
          <a:off x="714595" y="1753886"/>
          <a:ext cx="5056749" cy="4529880"/>
        </p:xfrm>
        <a:graphic>
          <a:graphicData uri="http://schemas.openxmlformats.org/drawingml/2006/table">
            <a:tbl>
              <a:tblPr/>
              <a:tblGrid>
                <a:gridCol w="1102419">
                  <a:extLst>
                    <a:ext uri="{9D8B030D-6E8A-4147-A177-3AD203B41FA5}">
                      <a16:colId xmlns:a16="http://schemas.microsoft.com/office/drawing/2014/main" val="1461304420"/>
                    </a:ext>
                  </a:extLst>
                </a:gridCol>
                <a:gridCol w="958626">
                  <a:extLst>
                    <a:ext uri="{9D8B030D-6E8A-4147-A177-3AD203B41FA5}">
                      <a16:colId xmlns:a16="http://schemas.microsoft.com/office/drawing/2014/main" val="1590003671"/>
                    </a:ext>
                  </a:extLst>
                </a:gridCol>
                <a:gridCol w="1497852">
                  <a:extLst>
                    <a:ext uri="{9D8B030D-6E8A-4147-A177-3AD203B41FA5}">
                      <a16:colId xmlns:a16="http://schemas.microsoft.com/office/drawing/2014/main" val="1790538301"/>
                    </a:ext>
                  </a:extLst>
                </a:gridCol>
                <a:gridCol w="1497852">
                  <a:extLst>
                    <a:ext uri="{9D8B030D-6E8A-4147-A177-3AD203B41FA5}">
                      <a16:colId xmlns:a16="http://schemas.microsoft.com/office/drawing/2014/main" val="1541082005"/>
                    </a:ext>
                  </a:extLst>
                </a:gridCol>
              </a:tblGrid>
              <a:tr h="61490">
                <a:tc gridSpan="4"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b="0" dirty="0">
                          <a:effectLst/>
                        </a:rPr>
                        <a:t>Descriptives</a:t>
                      </a:r>
                      <a:endParaRPr lang="en-US" sz="1500" dirty="0">
                        <a:effectLst/>
                      </a:endParaRPr>
                    </a:p>
                  </a:txBody>
                  <a:tcPr marL="77243" marR="32184" marT="16092" marB="160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34992"/>
                  </a:ext>
                </a:extLst>
              </a:tr>
              <a:tr h="61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500">
                          <a:effectLst/>
                        </a:rPr>
                        <a:t> </a:t>
                      </a:r>
                    </a:p>
                  </a:txBody>
                  <a:tcPr marL="32184" marR="32184" marT="16092" marB="1609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>
                          <a:effectLst/>
                        </a:rPr>
                        <a:t>Employee_Group</a:t>
                      </a:r>
                    </a:p>
                  </a:txBody>
                  <a:tcPr marL="32184" marR="32184" marT="16092" marB="1609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>
                          <a:effectLst/>
                        </a:rPr>
                        <a:t>Post_Training_Score</a:t>
                      </a:r>
                    </a:p>
                  </a:txBody>
                  <a:tcPr marL="32184" marR="32184" marT="16092" marB="1609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>
                          <a:effectLst/>
                        </a:rPr>
                        <a:t>Pre_Training_Score</a:t>
                      </a:r>
                    </a:p>
                  </a:txBody>
                  <a:tcPr marL="32184" marR="32184" marT="16092" marB="16092" anchor="ctr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98317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244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244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 w="4763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703376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256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256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65863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Missing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0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0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399062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0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0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35223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Mean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50.7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50.0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98109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52.6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49.9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0501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Median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51.3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49.8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56608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52.1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50.2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7507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Standard deviation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12.4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10.2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29091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13.5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10.0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50255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Minimum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13.9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17.6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004072"/>
                  </a:ext>
                </a:extLst>
              </a:tr>
              <a:tr h="614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17.5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23.5</a:t>
                      </a:r>
                    </a:p>
                  </a:txBody>
                  <a:tcPr marL="32184" marR="80461" marT="8046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13158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Maximum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32184" marR="32184" marT="32184" marB="1609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106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>
                          <a:effectLst/>
                        </a:rPr>
                        <a:t>88.5</a:t>
                      </a:r>
                    </a:p>
                  </a:txBody>
                  <a:tcPr marL="32184" marR="80461" marT="32184" marB="804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0134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32184" marR="32184" marT="16092" marB="3218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 dirty="0">
                          <a:effectLst/>
                        </a:rPr>
                        <a:t>91.8</a:t>
                      </a:r>
                    </a:p>
                  </a:txBody>
                  <a:tcPr marL="32184" marR="80461" marT="8046" marB="3218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ko-KR" sz="1500" dirty="0">
                          <a:effectLst/>
                        </a:rPr>
                        <a:t>75.7</a:t>
                      </a:r>
                    </a:p>
                  </a:txBody>
                  <a:tcPr marL="32184" marR="80461" marT="8046" marB="3218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572237"/>
                  </a:ext>
                </a:extLst>
              </a:tr>
            </a:tbl>
          </a:graphicData>
        </a:graphic>
      </p:graphicFrame>
      <p:pic>
        <p:nvPicPr>
          <p:cNvPr id="1027" name="Picture 3">
            <a:extLst>
              <a:ext uri="{FF2B5EF4-FFF2-40B4-BE49-F238E27FC236}">
                <a16:creationId xmlns:a16="http://schemas.microsoft.com/office/drawing/2014/main" id="{72D95368-191A-0954-387A-7034379BF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676" y="3687432"/>
            <a:ext cx="3192123" cy="294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C039A6-1A3D-A1EC-5B5A-F3D82763A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771" y="1573531"/>
            <a:ext cx="3192123" cy="205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5B5FB-5C7B-80FF-C06D-7A8B0B6CFAA9}"/>
              </a:ext>
            </a:extLst>
          </p:cNvPr>
          <p:cNvSpPr txBox="1"/>
          <p:nvPr/>
        </p:nvSpPr>
        <p:spPr>
          <a:xfrm>
            <a:off x="557943" y="1384554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JAMOVI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기술 통계 결과</a:t>
            </a:r>
          </a:p>
        </p:txBody>
      </p:sp>
    </p:spTree>
    <p:extLst>
      <p:ext uri="{BB962C8B-B14F-4D97-AF65-F5344CB8AC3E}">
        <p14:creationId xmlns:p14="http://schemas.microsoft.com/office/powerpoint/2010/main" val="293276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665033-CF56-FA61-B52A-C93BF0209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8070556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</a:t>
            </a:r>
            <a:r>
              <a:rPr lang="ko-KR" altLang="en-US" dirty="0"/>
              <a:t>기술 통계 결과 분석</a:t>
            </a:r>
          </a:p>
        </p:txBody>
      </p:sp>
      <p:pic>
        <p:nvPicPr>
          <p:cNvPr id="4" name="그림 3" descr="The image displays a comparison of pre- and post-training scores for two groups, showing an improvement in the 'yes' group's scores after the training.&#10;&#10;AI 생성 콘텐츠는 정확하지 않을 수 있습니다.">
            <a:extLst>
              <a:ext uri="{FF2B5EF4-FFF2-40B4-BE49-F238E27FC236}">
                <a16:creationId xmlns:a16="http://schemas.microsoft.com/office/drawing/2014/main" id="{712374AE-ADF4-3A94-0140-8E620C7E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1656967"/>
            <a:ext cx="6062561" cy="4802133"/>
          </a:xfrm>
          <a:prstGeom prst="rect">
            <a:avLst/>
          </a:prstGeom>
        </p:spPr>
      </p:pic>
      <p:pic>
        <p:nvPicPr>
          <p:cNvPr id="6" name="그림 5" descr="The text describes an outcome where the 'yes' group outperformed the 'no' group in post-test mean scores, but both groups showed increased variability, indicating different educational effects among individuals.&#10;&#10;AI 생성 콘텐츠는 정확하지 않을 수 있습니다.">
            <a:extLst>
              <a:ext uri="{FF2B5EF4-FFF2-40B4-BE49-F238E27FC236}">
                <a16:creationId xmlns:a16="http://schemas.microsoft.com/office/drawing/2014/main" id="{37BE2C99-5ED5-C9E8-9B94-0BE8EB33C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310" y="3543923"/>
            <a:ext cx="6126695" cy="102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9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8794712" cy="584200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t-Test</a:t>
            </a:r>
            <a:endParaRPr lang="ko-KR" altLang="en-US" dirty="0"/>
          </a:p>
        </p:txBody>
      </p:sp>
      <p:pic>
        <p:nvPicPr>
          <p:cNvPr id="4" name="그림 3" descr="The image appears to be a statistical comparison table, including pre- and post-training scores, various statistical tests (e.g., t-test, Mann-Whitney U test), and confidence intervals, suggesting it is a data analysis document or research results presentation.&#10;&#10;AI 생성 콘텐츠는 정확하지 않을 수 있습니다.">
            <a:extLst>
              <a:ext uri="{FF2B5EF4-FFF2-40B4-BE49-F238E27FC236}">
                <a16:creationId xmlns:a16="http://schemas.microsoft.com/office/drawing/2014/main" id="{82A89840-E7E2-0A57-0438-A0AE5EE6E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707"/>
            <a:ext cx="12192000" cy="5157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3AFC02-5085-217D-A144-F6ABA858858B}"/>
              </a:ext>
            </a:extLst>
          </p:cNvPr>
          <p:cNvSpPr txBox="1"/>
          <p:nvPr/>
        </p:nvSpPr>
        <p:spPr>
          <a:xfrm>
            <a:off x="557943" y="1260375"/>
            <a:ext cx="2656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JAMOVI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-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en-US" altLang="ko-KR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t-Test </a:t>
            </a:r>
            <a:r>
              <a:rPr lang="ko-KR" altLang="en-US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수행</a:t>
            </a:r>
          </a:p>
        </p:txBody>
      </p:sp>
    </p:spTree>
    <p:extLst>
      <p:ext uri="{BB962C8B-B14F-4D97-AF65-F5344CB8AC3E}">
        <p14:creationId xmlns:p14="http://schemas.microsoft.com/office/powerpoint/2010/main" val="206082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59020E-F5E4-196F-2A31-B8453A21DD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433525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ANOVA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pic>
        <p:nvPicPr>
          <p:cNvPr id="4" name="그림 3" descr="The image depicts a data sheet or spreadsheet, possibly with a graph or chart, illustrating the comparison of leadership training effects on employee satisfaction scores, specifically mentioning a high satisfaction rate of 90+ points for those who underwent training.&#10;&#10;AI 생성 콘텐츠는 정확하지 않을 수 있습니다.">
            <a:extLst>
              <a:ext uri="{FF2B5EF4-FFF2-40B4-BE49-F238E27FC236}">
                <a16:creationId xmlns:a16="http://schemas.microsoft.com/office/drawing/2014/main" id="{CC740C83-9DE7-BE55-0A88-B345883B3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1282588"/>
            <a:ext cx="10851638" cy="521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882206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ANOVA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7013D-5ADC-DAB0-3B30-0916D07B3522}"/>
              </a:ext>
            </a:extLst>
          </p:cNvPr>
          <p:cNvSpPr txBox="1"/>
          <p:nvPr/>
        </p:nvSpPr>
        <p:spPr>
          <a:xfrm>
            <a:off x="206356" y="1212575"/>
            <a:ext cx="117792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계산된 ANOVA 수치를 바탕으로 한 </a:t>
            </a:r>
            <a:r>
              <a:rPr lang="ko-KR" altLang="en-US" sz="600" dirty="0" err="1"/>
              <a:t>Gemini의</a:t>
            </a:r>
            <a:r>
              <a:rPr lang="ko-KR" altLang="en-US" sz="600" dirty="0"/>
              <a:t> 해석:</a:t>
            </a:r>
          </a:p>
          <a:p>
            <a:r>
              <a:rPr lang="ko-KR" altLang="en-US" sz="600" dirty="0"/>
              <a:t>## ANOVA 분석 결과 보고: </a:t>
            </a:r>
            <a:r>
              <a:rPr lang="ko-KR" altLang="en-US" sz="600" dirty="0" err="1"/>
              <a:t>Employee_Group별</a:t>
            </a:r>
            <a:r>
              <a:rPr lang="ko-KR" altLang="en-US" sz="600" dirty="0"/>
              <a:t> 교육 사후 점수 차이 분석</a:t>
            </a:r>
          </a:p>
          <a:p>
            <a:endParaRPr lang="ko-KR" altLang="en-US" sz="600" dirty="0"/>
          </a:p>
          <a:p>
            <a:r>
              <a:rPr lang="ko-KR" altLang="en-US" sz="600" dirty="0"/>
              <a:t>**수신:** 인사팀 관리자</a:t>
            </a:r>
          </a:p>
          <a:p>
            <a:r>
              <a:rPr lang="ko-KR" altLang="en-US" sz="600" dirty="0"/>
              <a:t>**발신:** </a:t>
            </a:r>
            <a:r>
              <a:rPr lang="ko-KR" altLang="en-US" sz="600" dirty="0" err="1"/>
              <a:t>People</a:t>
            </a:r>
            <a:r>
              <a:rPr lang="ko-KR" altLang="en-US" sz="600" dirty="0"/>
              <a:t> </a:t>
            </a:r>
            <a:r>
              <a:rPr lang="ko-KR" altLang="en-US" sz="600" dirty="0" err="1"/>
              <a:t>Analytics</a:t>
            </a:r>
            <a:r>
              <a:rPr lang="ko-KR" altLang="en-US" sz="600" dirty="0"/>
              <a:t> 분석가</a:t>
            </a:r>
          </a:p>
          <a:p>
            <a:r>
              <a:rPr lang="ko-KR" altLang="en-US" sz="600" dirty="0"/>
              <a:t>**날짜:** 2023년 10월 27일</a:t>
            </a:r>
          </a:p>
          <a:p>
            <a:r>
              <a:rPr lang="ko-KR" altLang="en-US" sz="600" dirty="0"/>
              <a:t>**제목:** </a:t>
            </a:r>
            <a:r>
              <a:rPr lang="ko-KR" altLang="en-US" sz="600" dirty="0" err="1"/>
              <a:t>Employee_Group</a:t>
            </a:r>
            <a:r>
              <a:rPr lang="ko-KR" altLang="en-US" sz="600" dirty="0"/>
              <a:t>(교육 참여 여부 등)</a:t>
            </a:r>
            <a:r>
              <a:rPr lang="ko-KR" altLang="en-US" sz="600" dirty="0" err="1"/>
              <a:t>에</a:t>
            </a:r>
            <a:r>
              <a:rPr lang="ko-KR" altLang="en-US" sz="600" dirty="0"/>
              <a:t> 따른 </a:t>
            </a:r>
            <a:r>
              <a:rPr lang="ko-KR" altLang="en-US" sz="600" dirty="0" err="1"/>
              <a:t>Post_Training_Score</a:t>
            </a:r>
            <a:r>
              <a:rPr lang="ko-KR" altLang="en-US" sz="600" dirty="0"/>
              <a:t> 차이 분석 결과 및 실무적 제언</a:t>
            </a:r>
          </a:p>
          <a:p>
            <a:endParaRPr lang="ko-KR" altLang="en-US" sz="600" dirty="0"/>
          </a:p>
          <a:p>
            <a:r>
              <a:rPr lang="ko-KR" altLang="en-US" sz="600" dirty="0"/>
              <a:t>---</a:t>
            </a:r>
          </a:p>
          <a:p>
            <a:endParaRPr lang="ko-KR" altLang="en-US" sz="600" dirty="0"/>
          </a:p>
          <a:p>
            <a:r>
              <a:rPr lang="ko-KR" altLang="en-US" sz="600" dirty="0"/>
              <a:t>안녕하십니까,</a:t>
            </a:r>
          </a:p>
          <a:p>
            <a:endParaRPr lang="ko-KR" altLang="en-US" sz="600" dirty="0"/>
          </a:p>
          <a:p>
            <a:r>
              <a:rPr lang="ko-KR" altLang="en-US" sz="600" dirty="0"/>
              <a:t>제공해주신 데이터를 기반으로 </a:t>
            </a:r>
            <a:r>
              <a:rPr lang="ko-KR" altLang="en-US" sz="600" dirty="0" err="1"/>
              <a:t>Employee_Group</a:t>
            </a:r>
            <a:r>
              <a:rPr lang="ko-KR" altLang="en-US" sz="600" dirty="0"/>
              <a:t>(예: 교육 참여 그룹, </a:t>
            </a:r>
            <a:r>
              <a:rPr lang="ko-KR" altLang="en-US" sz="600" dirty="0" err="1"/>
              <a:t>미참여</a:t>
            </a:r>
            <a:r>
              <a:rPr lang="ko-KR" altLang="en-US" sz="600" dirty="0"/>
              <a:t> 그룹 또는 특정 교육 프로그램 참여 그룹 등)</a:t>
            </a:r>
            <a:r>
              <a:rPr lang="ko-KR" altLang="en-US" sz="600" dirty="0" err="1"/>
              <a:t>에</a:t>
            </a:r>
            <a:r>
              <a:rPr lang="ko-KR" altLang="en-US" sz="600" dirty="0"/>
              <a:t> 따른 </a:t>
            </a:r>
            <a:r>
              <a:rPr lang="ko-KR" altLang="en-US" sz="600" dirty="0" err="1"/>
              <a:t>Post_Training_Score</a:t>
            </a:r>
            <a:r>
              <a:rPr lang="ko-KR" altLang="en-US" sz="600" dirty="0"/>
              <a:t>(교육 사후 점수)의 통계적 차이를 분석한 결과를 보고 드립니다.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### 1. 분석 개요 및 목적</a:t>
            </a:r>
          </a:p>
          <a:p>
            <a:endParaRPr lang="ko-KR" altLang="en-US" sz="600" dirty="0"/>
          </a:p>
          <a:p>
            <a:r>
              <a:rPr lang="ko-KR" altLang="en-US" sz="600" dirty="0"/>
              <a:t>본 분석은 ANOVA(분산 분석)</a:t>
            </a:r>
            <a:r>
              <a:rPr lang="ko-KR" altLang="en-US" sz="600" dirty="0" err="1"/>
              <a:t>를</a:t>
            </a:r>
            <a:r>
              <a:rPr lang="ko-KR" altLang="en-US" sz="600" dirty="0"/>
              <a:t> 활용하여 다양한 </a:t>
            </a:r>
            <a:r>
              <a:rPr lang="ko-KR" altLang="en-US" sz="600" dirty="0" err="1"/>
              <a:t>Employee_Group</a:t>
            </a:r>
            <a:r>
              <a:rPr lang="ko-KR" altLang="en-US" sz="600" dirty="0"/>
              <a:t> 간에 교육 사후 점수에 통계적으로 유의미한 차이가 존재하는지 확인하는 것을 목적으로 합니다. 이를 통해 교육 프로그램의 효과가 특정 그룹에 따라 다르게 나타나는지 이해하고, 향후 교육 전략 수립에 필요한 기초 자료를 제공하고자 합니다.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### 2. 분석 결과 요약</a:t>
            </a:r>
          </a:p>
          <a:p>
            <a:endParaRPr lang="ko-KR" altLang="en-US" sz="600" dirty="0"/>
          </a:p>
          <a:p>
            <a:r>
              <a:rPr lang="ko-KR" altLang="en-US" sz="600" dirty="0"/>
              <a:t>*   **분석 대상:** </a:t>
            </a:r>
            <a:r>
              <a:rPr lang="ko-KR" altLang="en-US" sz="600" dirty="0" err="1"/>
              <a:t>Employee_Group에</a:t>
            </a:r>
            <a:r>
              <a:rPr lang="ko-KR" altLang="en-US" sz="600" dirty="0"/>
              <a:t> 따른 </a:t>
            </a:r>
            <a:r>
              <a:rPr lang="ko-KR" altLang="en-US" sz="600" dirty="0" err="1"/>
              <a:t>Post_Training_Score</a:t>
            </a:r>
            <a:r>
              <a:rPr lang="ko-KR" altLang="en-US" sz="600" dirty="0"/>
              <a:t> 차이</a:t>
            </a:r>
          </a:p>
          <a:p>
            <a:r>
              <a:rPr lang="ko-KR" altLang="en-US" sz="600" dirty="0"/>
              <a:t>*   **</a:t>
            </a:r>
            <a:r>
              <a:rPr lang="ko-KR" altLang="en-US" sz="600" dirty="0" err="1"/>
              <a:t>F-statistic</a:t>
            </a:r>
            <a:r>
              <a:rPr lang="ko-KR" altLang="en-US" sz="600" dirty="0"/>
              <a:t>:** 2.5991</a:t>
            </a:r>
          </a:p>
          <a:p>
            <a:r>
              <a:rPr lang="ko-KR" altLang="en-US" sz="600" dirty="0"/>
              <a:t>*   **</a:t>
            </a:r>
            <a:r>
              <a:rPr lang="ko-KR" altLang="en-US" sz="600" dirty="0" err="1"/>
              <a:t>p-value</a:t>
            </a:r>
            <a:r>
              <a:rPr lang="ko-KR" altLang="en-US" sz="600" dirty="0"/>
              <a:t>:** 0.1076</a:t>
            </a:r>
          </a:p>
          <a:p>
            <a:r>
              <a:rPr lang="ko-KR" altLang="en-US" sz="600" dirty="0"/>
              <a:t>*   **유의수준 (α):** 0.05</a:t>
            </a:r>
          </a:p>
          <a:p>
            <a:endParaRPr lang="ko-KR" altLang="en-US" sz="600" dirty="0"/>
          </a:p>
          <a:p>
            <a:r>
              <a:rPr lang="ko-KR" altLang="en-US" sz="600" dirty="0"/>
              <a:t>### 3. 통계적 유의성 판단 및 해석</a:t>
            </a:r>
          </a:p>
          <a:p>
            <a:endParaRPr lang="ko-KR" altLang="en-US" sz="600" dirty="0"/>
          </a:p>
          <a:p>
            <a:r>
              <a:rPr lang="ko-KR" altLang="en-US" sz="600" dirty="0"/>
              <a:t>1.  **</a:t>
            </a:r>
            <a:r>
              <a:rPr lang="ko-KR" altLang="en-US" sz="600" dirty="0" err="1"/>
              <a:t>p-value를</a:t>
            </a:r>
            <a:r>
              <a:rPr lang="ko-KR" altLang="en-US" sz="600" dirty="0"/>
              <a:t> 기준으로 한 통계적 유의성 여부:**</a:t>
            </a:r>
          </a:p>
          <a:p>
            <a:r>
              <a:rPr lang="ko-KR" altLang="en-US" sz="600" dirty="0"/>
              <a:t>    분석 결과, </a:t>
            </a:r>
            <a:r>
              <a:rPr lang="ko-KR" altLang="en-US" sz="600" dirty="0" err="1"/>
              <a:t>p-value는</a:t>
            </a:r>
            <a:r>
              <a:rPr lang="ko-KR" altLang="en-US" sz="600" dirty="0"/>
              <a:t> **0.1076**</a:t>
            </a:r>
            <a:r>
              <a:rPr lang="ko-KR" altLang="en-US" sz="600" dirty="0" err="1"/>
              <a:t>으로</a:t>
            </a:r>
            <a:r>
              <a:rPr lang="ko-KR" altLang="en-US" sz="600" dirty="0"/>
              <a:t> 나타났습니다. 이는 일반적으로 설정하는 유의수준 **0.05**보다 높습니다 (0.1076 &gt; 0.05).</a:t>
            </a:r>
          </a:p>
          <a:p>
            <a:r>
              <a:rPr lang="ko-KR" altLang="en-US" sz="600" dirty="0"/>
              <a:t>    따라서 통계학적으로 유의수준 0.05 하에서는 **통계적 유의성을 발견하기 어렵다고 판단됩니다.**</a:t>
            </a:r>
          </a:p>
          <a:p>
            <a:endParaRPr lang="ko-KR" altLang="en-US" sz="600" dirty="0"/>
          </a:p>
          <a:p>
            <a:r>
              <a:rPr lang="ko-KR" altLang="en-US" sz="600" dirty="0"/>
              <a:t>2.  **</a:t>
            </a:r>
            <a:r>
              <a:rPr lang="ko-KR" altLang="en-US" sz="600" dirty="0" err="1"/>
              <a:t>Employee_Group에</a:t>
            </a:r>
            <a:r>
              <a:rPr lang="ko-KR" altLang="en-US" sz="600" dirty="0"/>
              <a:t> 따른 사후 점수 차이:**</a:t>
            </a:r>
          </a:p>
          <a:p>
            <a:r>
              <a:rPr lang="ko-KR" altLang="en-US" sz="600" dirty="0"/>
              <a:t>    위 통계적 유의성 판단에 따라, 현재 분석 결과만으로는 **</a:t>
            </a:r>
            <a:r>
              <a:rPr lang="ko-KR" altLang="en-US" sz="600" dirty="0" err="1"/>
              <a:t>Employee_Group</a:t>
            </a:r>
            <a:r>
              <a:rPr lang="ko-KR" altLang="en-US" sz="600" dirty="0"/>
              <a:t>(예: 교육 참여 여부, 그룹 유형 등)</a:t>
            </a:r>
            <a:r>
              <a:rPr lang="ko-KR" altLang="en-US" sz="600" dirty="0" err="1"/>
              <a:t>에</a:t>
            </a:r>
            <a:r>
              <a:rPr lang="ko-KR" altLang="en-US" sz="600" dirty="0"/>
              <a:t> 따른 </a:t>
            </a:r>
            <a:r>
              <a:rPr lang="ko-KR" altLang="en-US" sz="600" dirty="0" err="1"/>
              <a:t>Post_Training_Training_Score에</a:t>
            </a:r>
            <a:r>
              <a:rPr lang="ko-KR" altLang="en-US" sz="600" dirty="0"/>
              <a:t> 통계적으로 유의미한 차이가 있다고 결론 내리기 어렵습니다.**</a:t>
            </a:r>
          </a:p>
          <a:p>
            <a:r>
              <a:rPr lang="ko-KR" altLang="en-US" sz="600" dirty="0"/>
              <a:t>    즉, 관찰된 그룹 간의 점수 차이는 우연에 의해 발생했을 가능성이 높으며, 특정 </a:t>
            </a:r>
            <a:r>
              <a:rPr lang="ko-KR" altLang="en-US" sz="600" dirty="0" err="1"/>
              <a:t>Employee_Group이</a:t>
            </a:r>
            <a:r>
              <a:rPr lang="ko-KR" altLang="en-US" sz="600" dirty="0"/>
              <a:t> 다른 그룹에 비해 교육 사후 점수가 유의미하게 높거나 낮다고 단정하기는 어렵습니다.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### 4. 실무적 제언</a:t>
            </a:r>
          </a:p>
          <a:p>
            <a:endParaRPr lang="ko-KR" altLang="en-US" sz="600" dirty="0"/>
          </a:p>
          <a:p>
            <a:r>
              <a:rPr lang="ko-KR" altLang="en-US" sz="600" dirty="0"/>
              <a:t>비록 통계적 유의성은 확인되지 않았지만, 이는 인사팀에서 다음과 같은 관점으로 추가적인 분석과 실무적 의사결정을 내리는 데 활용될 수 있습니다.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1.  **데이터 추가 확보 및 심층 분석 고려:**</a:t>
            </a:r>
          </a:p>
          <a:p>
            <a:r>
              <a:rPr lang="ko-KR" altLang="en-US" sz="600" dirty="0"/>
              <a:t>    *   **샘플 크기 확대:** 현재 데이터셋의 샘플 크기가 제한적일 경우, 실제로는 미미한 차이가 존재하더라도 통계적으로 유의미하게 나타나지 않을 수 있습니다. 향후 더 많은 데이터를 확보하여 분석을 </a:t>
            </a:r>
            <a:r>
              <a:rPr lang="ko-KR" altLang="en-US" sz="600" dirty="0" err="1"/>
              <a:t>재수행하는</a:t>
            </a:r>
            <a:r>
              <a:rPr lang="ko-KR" altLang="en-US" sz="600" dirty="0"/>
              <a:t> 것을 고려해볼 수 있습니다.</a:t>
            </a:r>
          </a:p>
          <a:p>
            <a:r>
              <a:rPr lang="ko-KR" altLang="en-US" sz="600" dirty="0"/>
              <a:t>    *   **교육 전 점수(</a:t>
            </a:r>
            <a:r>
              <a:rPr lang="ko-KR" altLang="en-US" sz="600" dirty="0" err="1"/>
              <a:t>Pre-Training</a:t>
            </a:r>
            <a:r>
              <a:rPr lang="ko-KR" altLang="en-US" sz="600" dirty="0"/>
              <a:t> </a:t>
            </a:r>
            <a:r>
              <a:rPr lang="ko-KR" altLang="en-US" sz="600" dirty="0" err="1"/>
              <a:t>Score</a:t>
            </a:r>
            <a:r>
              <a:rPr lang="ko-KR" altLang="en-US" sz="600" dirty="0"/>
              <a:t>) 활용:** 만약 교육 전 점수 데이터가 있다면, 이를 통제 변수로 활용하는 ANCOVA(공분산 분석)</a:t>
            </a:r>
            <a:r>
              <a:rPr lang="ko-KR" altLang="en-US" sz="600" dirty="0" err="1"/>
              <a:t>를</a:t>
            </a:r>
            <a:r>
              <a:rPr lang="ko-KR" altLang="en-US" sz="600" dirty="0"/>
              <a:t> 통해 교육 전 능력의 영향을 제거하고 순수하게 그룹별 교육 효과를 더 정밀하게 분석할 수 있습니다.</a:t>
            </a:r>
          </a:p>
          <a:p>
            <a:r>
              <a:rPr lang="ko-KR" altLang="en-US" sz="600" dirty="0"/>
              <a:t>    *   **다른 변수 탐색:** 교육 만족도, 직무 연관성, 교육 유형(온라인/오프라인), 교육 시간 등 다른 요인들이 교육 사후 점수에 미치는 영향을 함께 분석하여 더 풍부한 인사이트를 얻을 수 있습니다.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2.  **교육 프로그램의 전반적인 효과 점검:**</a:t>
            </a:r>
          </a:p>
          <a:p>
            <a:r>
              <a:rPr lang="ko-KR" altLang="en-US" sz="600" dirty="0"/>
              <a:t>    *   그룹 간 유의미한 차이가 없다는 것은 역설적으로 **모든 </a:t>
            </a:r>
            <a:r>
              <a:rPr lang="ko-KR" altLang="en-US" sz="600" dirty="0" err="1"/>
              <a:t>Employee_Group에</a:t>
            </a:r>
            <a:r>
              <a:rPr lang="ko-KR" altLang="en-US" sz="600" dirty="0"/>
              <a:t> 걸쳐 교육 프로그램의 효과가 유사하거나, 혹은 전반적으로 개선이 필요할 수 있다는 의미**로 해석될 수도 있습니다.</a:t>
            </a:r>
          </a:p>
          <a:p>
            <a:r>
              <a:rPr lang="ko-KR" altLang="en-US" sz="600" dirty="0"/>
              <a:t>    *   따라서 특정 그룹의 성과 차이 분석보다는, 교육 프로그램 자체의 전반적인 효과성(예: 교육 전/후 점수 향상 폭, 업무 성과 기여도 등)</a:t>
            </a:r>
            <a:r>
              <a:rPr lang="ko-KR" altLang="en-US" sz="600" dirty="0" err="1"/>
              <a:t>에</a:t>
            </a:r>
            <a:r>
              <a:rPr lang="ko-KR" altLang="en-US" sz="600" dirty="0"/>
              <a:t> 대한 평가를 강화하고, 필요한 경우 교육 내용이나 전달 방식을 개선하는 방향을 고려해볼 필요가 있습니다.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3.  **질적 데이터와의 연계 분석:**</a:t>
            </a:r>
          </a:p>
          <a:p>
            <a:r>
              <a:rPr lang="ko-KR" altLang="en-US" sz="600" dirty="0"/>
              <a:t>    *   교육 참여자들의 설문조사, 인터뷰 등을 통해 얻은 질적 데이터를 함께 분석하여, 왜 그룹 간에 점수 차이가 유의미하지 않았는지에 대한 배경이나 추가적인 맥락을 파악할 수 있습니다. 예를 들어, 특정 그룹의 만족도가 낮아 점수가 낮게 나왔는지, 혹은 모든 그룹이 특정 부분에서 어려움을 겪었는지 등을 확인할 수 있습니다.</a:t>
            </a:r>
          </a:p>
          <a:p>
            <a:endParaRPr lang="ko-KR" altLang="en-US" sz="600" dirty="0"/>
          </a:p>
          <a:p>
            <a:r>
              <a:rPr lang="ko-KR" altLang="en-US" sz="600" dirty="0"/>
              <a:t>**결론적으로, 현재 ANOVA 분석 결과만으로는 </a:t>
            </a:r>
            <a:r>
              <a:rPr lang="ko-KR" altLang="en-US" sz="600" dirty="0" err="1"/>
              <a:t>Employee_Group</a:t>
            </a:r>
            <a:r>
              <a:rPr lang="ko-KR" altLang="en-US" sz="600" dirty="0"/>
              <a:t> 간 교육 사후 점수의 유의미한 차이를 발견하기 어렵습니다. 하지만 이는 추가적인 탐색과 다각적인 분석의 필요성을 제기하며, 교육 프로그램의 전반적인 효과성을 점검하고 향후 개선 방향을 모색하는 데 중요한 단서가 될 수 있습니다.**</a:t>
            </a:r>
          </a:p>
          <a:p>
            <a:endParaRPr lang="ko-KR" altLang="en-US" sz="600" dirty="0"/>
          </a:p>
          <a:p>
            <a:r>
              <a:rPr lang="ko-KR" altLang="en-US" sz="600" dirty="0"/>
              <a:t>궁금하신 점이 있으시면 언제든지 문의해 주십시오. 감사합니다.</a:t>
            </a:r>
          </a:p>
        </p:txBody>
      </p:sp>
    </p:spTree>
    <p:extLst>
      <p:ext uri="{BB962C8B-B14F-4D97-AF65-F5344CB8AC3E}">
        <p14:creationId xmlns:p14="http://schemas.microsoft.com/office/powerpoint/2010/main" val="37124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7171861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– ANOVA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pic>
        <p:nvPicPr>
          <p:cNvPr id="5" name="그림 4" descr="The image displays a statistical analysis table comparing post-training scores across different groups, indicating no statistically significant differences, suggesting that any observed score variations may be due to chance.&#10;&#10;AI 생성 콘텐츠는 정확하지 않을 수 있습니다.">
            <a:extLst>
              <a:ext uri="{FF2B5EF4-FFF2-40B4-BE49-F238E27FC236}">
                <a16:creationId xmlns:a16="http://schemas.microsoft.com/office/drawing/2014/main" id="{620BF157-E2EE-CB6B-2A91-A38870455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46" y="1424845"/>
            <a:ext cx="9097108" cy="507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2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EFBF5F-522C-FE75-2A28-7FF0A2E37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887886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- ANCOVA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pic>
        <p:nvPicPr>
          <p:cNvPr id="4" name="그림 3" descr="￭ﾌﾌ￬ﾝﾼ '6_PAproject_6_2_Leadership.xlsx'￬ﾗﾐ￬ﾄﾜ ANOVA￬ﾙﾀ ANCOVA￫ﾥﾼ ￬ﾈﾘ￭ﾖﾉ￭ﾕﾘ￪ﾳﾠ Google Gemini￫ﾥﾼ ￬ﾂﾬ￬ﾚﾩ￭ﾕﾘ￬ﾗﾬ ￪ﾲﾰ￪ﾳﾼ￫ﾥﾼ ￫ﾹﾄ￪ﾵﾐ￭ﾕﾘ￫ﾊﾔ Python ￭ﾔﾄ￫ﾡﾜ￪ﾷﾸ￫ﾞﾨ ￬ﾽﾔ￫ﾓﾜ.&#10;&#10;AI 생성 콘텐츠는 정확하지 않을 수 있습니다.">
            <a:extLst>
              <a:ext uri="{FF2B5EF4-FFF2-40B4-BE49-F238E27FC236}">
                <a16:creationId xmlns:a16="http://schemas.microsoft.com/office/drawing/2014/main" id="{50183264-95B6-B117-8AF2-7A4649B06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63" y="1384757"/>
            <a:ext cx="11487742" cy="48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2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723180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- ANCOVA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pic>
        <p:nvPicPr>
          <p:cNvPr id="4" name="그림 3" descr="The image is a report containing a statistical analysis comparing the effectiveness of a leadership training program, using ANOVA and ANCOVA methods.&#10;&#10;AI 생성 콘텐츠는 정확하지 않을 수 있습니다.">
            <a:extLst>
              <a:ext uri="{FF2B5EF4-FFF2-40B4-BE49-F238E27FC236}">
                <a16:creationId xmlns:a16="http://schemas.microsoft.com/office/drawing/2014/main" id="{5C76E366-A96B-564D-A5A2-AD48521E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4" y="1857247"/>
            <a:ext cx="11764926" cy="405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69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212025" cy="584200"/>
          </a:xfrm>
        </p:spPr>
        <p:txBody>
          <a:bodyPr>
            <a:no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리더십 교육의 효과 확인 </a:t>
            </a:r>
            <a:r>
              <a:rPr lang="en-US" altLang="ko-KR" dirty="0"/>
              <a:t>- ANCOVA</a:t>
            </a:r>
            <a:r>
              <a:rPr lang="ko-KR" altLang="en-US" dirty="0"/>
              <a:t>와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2975E5-7745-8C12-BBC2-7B7C5FAF3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454" y="1323324"/>
            <a:ext cx="9499092" cy="530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82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3A0E61-19CD-5099-753F-8D15EE21F2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933729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2. AI </a:t>
            </a:r>
            <a:r>
              <a:rPr lang="ko-KR" altLang="en-US" dirty="0"/>
              <a:t>교육의 효과 확인 </a:t>
            </a:r>
            <a:r>
              <a:rPr lang="en-US" altLang="ko-KR" dirty="0"/>
              <a:t>– </a:t>
            </a:r>
            <a:r>
              <a:rPr lang="en-US" altLang="ko-KR" dirty="0" err="1"/>
              <a:t>DiD</a:t>
            </a:r>
            <a:r>
              <a:rPr lang="en-US" altLang="ko-KR" dirty="0"/>
              <a:t> </a:t>
            </a:r>
            <a:r>
              <a:rPr lang="ko-KR" altLang="en-US" dirty="0" err="1"/>
              <a:t>이중차분법</a:t>
            </a:r>
            <a:endParaRPr lang="ko-KR" altLang="en-US" dirty="0"/>
          </a:p>
        </p:txBody>
      </p:sp>
      <p:pic>
        <p:nvPicPr>
          <p:cNvPr id="4" name="그림 3" descr="￬ﾝﾴ ￬ﾝﾴ￫ﾯﾸ￬ﾧﾀ￫ﾊﾔ ￪ﾸﾀ￫ﾡﾜ￫ﾲﾌ ￭ﾔﾄ￫ﾡﾜ￬ﾠﾝ￭ﾊﾸ '6_Paproject_6_3_Al.csv'￬ﾗﾐ￬ﾄﾜ ￪ﾴﾀ￫ﾠﾨ ￫ﾍﾰ￬ﾝﾴ￭ﾄﾰ￫ﾥﾼ ￫ﾳﾴ￪ﾳﾠ ￬ﾞﾈ￫ﾊﾔ ￭ﾅﾍ￬ﾊﾤ￭ﾊﾸ ￭ﾑﾜ￬ﾋﾜ￫ﾥﾼ ￫ﾳﾴ￬ﾗﾬ￬ﾣﾼ￫ﾊﾔ ￭ﾏﾬ￬ﾊﾤ￭ﾊﾸ￬ﾕﾄ￭ﾁﾬ ￭ﾔﾄ￫ﾡﾬ￭ﾔﾄ￭ﾊﾸ￫ﾥﾼ ￫ﾳﾴ￬ﾗﾬ￬ﾣﾼ￫ﾊﾔ ￪ﾲﾃ ￪ﾰﾙ￬ﾊﾵ￫ﾋﾈ￫ﾋﾤ.&#10;&#10;AI 생성 콘텐츠는 정확하지 않을 수 있습니다.">
            <a:extLst>
              <a:ext uri="{FF2B5EF4-FFF2-40B4-BE49-F238E27FC236}">
                <a16:creationId xmlns:a16="http://schemas.microsoft.com/office/drawing/2014/main" id="{51DDBC75-289A-53FE-ACA6-C6934F2B7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186813"/>
            <a:ext cx="11856909" cy="546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9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6444884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2. AI </a:t>
            </a:r>
            <a:r>
              <a:rPr lang="ko-KR" altLang="en-US" dirty="0"/>
              <a:t>교육의 효과 확인 </a:t>
            </a:r>
            <a:r>
              <a:rPr lang="en-US" altLang="ko-KR" dirty="0"/>
              <a:t>– </a:t>
            </a:r>
            <a:r>
              <a:rPr lang="en-US" altLang="ko-KR" dirty="0" err="1"/>
              <a:t>DiD</a:t>
            </a:r>
            <a:r>
              <a:rPr lang="en-US" altLang="ko-KR" dirty="0"/>
              <a:t> </a:t>
            </a:r>
            <a:r>
              <a:rPr lang="ko-KR" altLang="en-US" dirty="0" err="1"/>
              <a:t>이중차분법</a:t>
            </a:r>
            <a:endParaRPr lang="ko-KR" altLang="en-US" dirty="0"/>
          </a:p>
        </p:txBody>
      </p:sp>
      <p:pic>
        <p:nvPicPr>
          <p:cNvPr id="5" name="그림 4" descr="The image is a table displaying coefficients, standard errors, t-values, and p-values from a regression analysis, including interaction terms and variables like treatment, post, grade_num, tenure, and pre_score.&#10;&#10;AI 생성 콘텐츠는 정확하지 않을 수 있습니다.">
            <a:extLst>
              <a:ext uri="{FF2B5EF4-FFF2-40B4-BE49-F238E27FC236}">
                <a16:creationId xmlns:a16="http://schemas.microsoft.com/office/drawing/2014/main" id="{1A459DE9-CE6F-6CAD-A46D-F4868C89E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2359552"/>
            <a:ext cx="6096000" cy="3144165"/>
          </a:xfrm>
          <a:prstGeom prst="rect">
            <a:avLst/>
          </a:prstGeom>
        </p:spPr>
      </p:pic>
      <p:pic>
        <p:nvPicPr>
          <p:cNvPr id="4" name="그림 3" descr="￬ﾝﾴ ￬ﾝﾴ￫ﾯﾸ￬ﾧﾀ￫ﾊﾔ ￪ﾵﾐ￬ﾜﾡ ￭ﾔﾄ￫ﾡﾜ￪ﾷﾸ￫ﾞﾨ￬ﾝﾴ ￬ﾰﾸ￬ﾗﾬ￬ﾞﾐ￬ﾝﾘ ￬ﾠﾐ￬ﾈﾘ￬ﾗﾐ ￬ﾧﾁ￬ﾠﾑ￬ﾠﾁ￬ﾜﾼ￫ﾡﾜ ￬ﾘﾁ￭ﾖﾥ￬ﾝﾄ ￫ﾯﾸ￬ﾹﾜ￫ﾋﾤ￫ﾊﾔ ￪ﾲﾰ￪ﾳﾼ￫ﾥﾼ ￫ﾳﾴ￬ﾗﾬ￬ﾣﾼ￫ﾊﾔ ￭ﾚﾌ￪ﾷﾀ￫ﾶﾄ￬ﾄﾝ￬ﾝﾘ ￪ﾲﾰ￪ﾳﾼ￫ﾥﾼ ￫ﾳﾴ￬ﾗﾬ￬ﾤﾍ￫ﾋﾈ￫ﾋﾤ.&#10;&#10;AI 생성 콘텐츠는 정확하지 않을 수 있습니다.">
            <a:extLst>
              <a:ext uri="{FF2B5EF4-FFF2-40B4-BE49-F238E27FC236}">
                <a16:creationId xmlns:a16="http://schemas.microsoft.com/office/drawing/2014/main" id="{CFABDE67-01F4-0D54-33F9-5AA6CC23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943" y="1550504"/>
            <a:ext cx="5324154" cy="476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8256646" cy="584200"/>
          </a:xfrm>
        </p:spPr>
        <p:txBody>
          <a:bodyPr>
            <a:noAutofit/>
          </a:bodyPr>
          <a:lstStyle/>
          <a:p>
            <a:r>
              <a:rPr lang="en-US" altLang="ko-KR" dirty="0"/>
              <a:t>2. AI </a:t>
            </a:r>
            <a:r>
              <a:rPr lang="ko-KR" altLang="en-US" dirty="0"/>
              <a:t>교육의 효과 확인 </a:t>
            </a:r>
            <a:r>
              <a:rPr lang="en-US" altLang="ko-KR" dirty="0"/>
              <a:t>–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– Causal ML – T-Learner</a:t>
            </a:r>
            <a:endParaRPr lang="ko-KR" altLang="en-US" dirty="0"/>
          </a:p>
        </p:txBody>
      </p:sp>
      <p:pic>
        <p:nvPicPr>
          <p:cNvPr id="4" name="그림 3" descr="￭ﾌﾌ￬ﾝﾴ￬ﾍﾬ ￬ﾽﾔ￫ﾓﾜ￫ﾥﾼ ￭ﾆﾵ￭ﾕﾴ ￫ﾶﾄ￬ﾄﾝ￭ﾕﾠ 6_Paproject_6_3_Al.csv ￭ﾌﾌ￬ﾝﾼ￬ﾝﾘ AI ￪ﾵﾐ￬ﾜﾡ ￭ﾚﾨ￪ﾳﾼ￫ﾥﾼ ￭ﾏﾉ￪ﾰﾀ￭ﾕﾘ￪ﾳﾠ, ￪ﾰﾁ ￬ﾧﾁ￬ﾛﾐ￬ﾝﾘ ￪ﾰﾜ￫ﾳﾄ ￪ﾲﾰ￪ﾳﾼ￫ﾥﾼ ￪ﾲﾰ￬ﾠﾕ￭ﾕﾘ￪ﾸﾰ ￬ﾜﾄ￭ﾕﾜ T-Learner￫ﾥﾼ ￬ﾂﾬ￬ﾚﾩ￭ﾕﾜ Causal ML ￫ﾰﾩ￫ﾲﾕ￬ﾝﾄ ￬ﾠﾁ￬ﾚﾩ￭ﾕﾠ ￪ﾳﾄ￭ﾚﾍ￬ﾝﾴ￫ﾋﾤ.&#10;&#10;AI 생성 콘텐츠는 정확하지 않을 수 있습니다.">
            <a:extLst>
              <a:ext uri="{FF2B5EF4-FFF2-40B4-BE49-F238E27FC236}">
                <a16:creationId xmlns:a16="http://schemas.microsoft.com/office/drawing/2014/main" id="{C64FD205-C745-F5D7-7F40-9927390A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74" y="1236212"/>
            <a:ext cx="11288959" cy="547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24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7978350" cy="584200"/>
          </a:xfrm>
        </p:spPr>
        <p:txBody>
          <a:bodyPr>
            <a:noAutofit/>
          </a:bodyPr>
          <a:lstStyle/>
          <a:p>
            <a:r>
              <a:rPr lang="en-US" altLang="ko-KR" dirty="0"/>
              <a:t>2. AI </a:t>
            </a:r>
            <a:r>
              <a:rPr lang="ko-KR" altLang="en-US" dirty="0"/>
              <a:t>교육의 효과 확인 </a:t>
            </a:r>
            <a:r>
              <a:rPr lang="en-US" altLang="ko-KR" dirty="0"/>
              <a:t>– </a:t>
            </a:r>
            <a:r>
              <a:rPr lang="ko-KR" altLang="en-US" dirty="0" err="1"/>
              <a:t>머신러닝</a:t>
            </a:r>
            <a:r>
              <a:rPr lang="ko-KR" altLang="en-US" dirty="0"/>
              <a:t> </a:t>
            </a:r>
            <a:r>
              <a:rPr lang="en-US" altLang="ko-KR" dirty="0"/>
              <a:t>– Causal ML – T-Learner</a:t>
            </a:r>
            <a:endParaRPr lang="ko-KR" altLang="en-US" dirty="0"/>
          </a:p>
        </p:txBody>
      </p:sp>
      <p:pic>
        <p:nvPicPr>
          <p:cNvPr id="6" name="그림 5" descr="The provided text appears to be a data excerpt from a statistical analysis or machine learning model output, focusing on the factors influencing the expected improvement in ITE (Intelligent Teaching Effectiveness) based on tenure.&#10;&#10;AI 생성 콘텐츠는 정확하지 않을 수 있습니다.">
            <a:extLst>
              <a:ext uri="{FF2B5EF4-FFF2-40B4-BE49-F238E27FC236}">
                <a16:creationId xmlns:a16="http://schemas.microsoft.com/office/drawing/2014/main" id="{1C37A7F6-3417-E7D4-623C-BFA286A0C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511" y="1204274"/>
            <a:ext cx="8114115" cy="3376192"/>
          </a:xfrm>
          <a:prstGeom prst="rect">
            <a:avLst/>
          </a:prstGeom>
        </p:spPr>
      </p:pic>
      <p:pic>
        <p:nvPicPr>
          <p:cNvPr id="8" name="그림 7" descr="The image displays a table or data snippet showing various numerical statistics related to educational outcomes, with a note that it's in the top 10% of high-effect groups.&#10;&#10;AI 생성 콘텐츠는 정확하지 않을 수 있습니다.">
            <a:extLst>
              <a:ext uri="{FF2B5EF4-FFF2-40B4-BE49-F238E27FC236}">
                <a16:creationId xmlns:a16="http://schemas.microsoft.com/office/drawing/2014/main" id="{172978F0-364F-FF13-CF0A-65E080153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42" y="1542624"/>
            <a:ext cx="3186781" cy="1349746"/>
          </a:xfrm>
          <a:prstGeom prst="rect">
            <a:avLst/>
          </a:prstGeom>
        </p:spPr>
      </p:pic>
      <p:pic>
        <p:nvPicPr>
          <p:cNvPr id="10" name="그림 9" descr="The provided text appears to be a snippet of a dataset or table, likely containing information about various entities, such as 'emp_id' and other attributes like 'treatment', 'dept', 'grade_nur', 'age', 'delta_scordept_enco', etc. The data includes numerical values and some categorical labels, possibly indicating different attributes of employees or patients.&#10;&#10;AI 생성 콘텐츠는 정확하지 않을 수 있습니다.">
            <a:extLst>
              <a:ext uri="{FF2B5EF4-FFF2-40B4-BE49-F238E27FC236}">
                <a16:creationId xmlns:a16="http://schemas.microsoft.com/office/drawing/2014/main" id="{2D841E19-0675-4C19-043A-E451FBE8B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90" y="4315403"/>
            <a:ext cx="4652692" cy="2364152"/>
          </a:xfrm>
          <a:prstGeom prst="rect">
            <a:avLst/>
          </a:prstGeom>
        </p:spPr>
      </p:pic>
      <p:pic>
        <p:nvPicPr>
          <p:cNvPr id="12" name="그림 11" descr="The text describes a table showing the effectiveness of AI training, where employee 002 has a negative impact, whereas employees 004 and 005 have a positive impact.&#10;&#10;AI 생성 콘텐츠는 정확하지 않을 수 있습니다.">
            <a:extLst>
              <a:ext uri="{FF2B5EF4-FFF2-40B4-BE49-F238E27FC236}">
                <a16:creationId xmlns:a16="http://schemas.microsoft.com/office/drawing/2014/main" id="{ADF44AA5-C223-B3C4-9545-8E88689CC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2595" y="4999846"/>
            <a:ext cx="4652693" cy="9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4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D32D35A-B68F-9793-94E7-99A2F8E94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621356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직원 별 맞춤 </a:t>
            </a:r>
            <a:r>
              <a:rPr lang="en-US" altLang="ko-KR" dirty="0"/>
              <a:t>HRD </a:t>
            </a:r>
            <a:r>
              <a:rPr lang="ko-KR" altLang="en-US" dirty="0"/>
              <a:t>추천 </a:t>
            </a:r>
            <a:r>
              <a:rPr lang="en-US" altLang="ko-KR" dirty="0"/>
              <a:t>– </a:t>
            </a:r>
            <a:r>
              <a:rPr lang="ko-KR" altLang="en-US" dirty="0" err="1"/>
              <a:t>머신러닝</a:t>
            </a:r>
            <a:r>
              <a:rPr lang="ko-KR" altLang="en-US" dirty="0"/>
              <a:t> 이용</a:t>
            </a:r>
          </a:p>
        </p:txBody>
      </p:sp>
      <p:pic>
        <p:nvPicPr>
          <p:cNvPr id="4" name="그림 3" descr="The document suggests personalized training recommendations for employees based on their roles, utilizing Python for data analysis, and requires specific libraries to be installed for execution.&#10;&#10;AI 생성 콘텐츠는 정확하지 않을 수 있습니다.">
            <a:extLst>
              <a:ext uri="{FF2B5EF4-FFF2-40B4-BE49-F238E27FC236}">
                <a16:creationId xmlns:a16="http://schemas.microsoft.com/office/drawing/2014/main" id="{71CE303A-B46A-9782-2BFE-E452B7EFA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3" y="1559892"/>
            <a:ext cx="10175776" cy="41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2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B043FA13-DDA1-E085-4432-6C1123F75B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943" y="475429"/>
            <a:ext cx="5621356" cy="584200"/>
          </a:xfrm>
        </p:spPr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직원 별 맞춤 </a:t>
            </a:r>
            <a:r>
              <a:rPr lang="en-US" altLang="ko-KR" dirty="0"/>
              <a:t>HRD </a:t>
            </a:r>
            <a:r>
              <a:rPr lang="ko-KR" altLang="en-US" dirty="0"/>
              <a:t>추천 </a:t>
            </a:r>
            <a:r>
              <a:rPr lang="en-US" altLang="ko-KR" dirty="0"/>
              <a:t>– </a:t>
            </a:r>
            <a:r>
              <a:rPr lang="ko-KR" altLang="en-US" dirty="0" err="1"/>
              <a:t>머신러닝</a:t>
            </a:r>
            <a:r>
              <a:rPr lang="ko-KR" altLang="en-US" dirty="0"/>
              <a:t> 이용</a:t>
            </a:r>
          </a:p>
        </p:txBody>
      </p:sp>
      <p:pic>
        <p:nvPicPr>
          <p:cNvPr id="5" name="그림 4" descr="The image is a table listing various course codes, their Korean titles, and corresponding weighted scores.&#10;&#10;AI 생성 콘텐츠는 정확하지 않을 수 있습니다.">
            <a:extLst>
              <a:ext uri="{FF2B5EF4-FFF2-40B4-BE49-F238E27FC236}">
                <a16:creationId xmlns:a16="http://schemas.microsoft.com/office/drawing/2014/main" id="{4681038D-8FB9-B5F1-4201-D6CEB80E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7" y="1571909"/>
            <a:ext cx="4939539" cy="4502320"/>
          </a:xfrm>
          <a:prstGeom prst="rect">
            <a:avLst/>
          </a:prstGeom>
        </p:spPr>
      </p:pic>
      <p:pic>
        <p:nvPicPr>
          <p:cNvPr id="7" name="그림 6" descr="The image appears to be a table or chart displaying various course codes, their Korean titles, and numerical importance scores.&#10;&#10;AI 생성 콘텐츠는 정확하지 않을 수 있습니다.">
            <a:extLst>
              <a:ext uri="{FF2B5EF4-FFF2-40B4-BE49-F238E27FC236}">
                <a16:creationId xmlns:a16="http://schemas.microsoft.com/office/drawing/2014/main" id="{26D50B87-43D1-E84F-2342-39369982C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520" y="1571909"/>
            <a:ext cx="5017171" cy="450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1D4688F3-7E60-5873-BC95-83D7ADE81109}"/>
              </a:ext>
            </a:extLst>
          </p:cNvPr>
          <p:cNvSpPr txBox="1">
            <a:spLocks/>
          </p:cNvSpPr>
          <p:nvPr/>
        </p:nvSpPr>
        <p:spPr>
          <a:xfrm>
            <a:off x="557943" y="475429"/>
            <a:ext cx="5621356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3. </a:t>
            </a:r>
            <a:r>
              <a:rPr lang="ko-KR" altLang="en-US" dirty="0"/>
              <a:t>직원 별 맞춤 </a:t>
            </a:r>
            <a:r>
              <a:rPr lang="en-US" altLang="ko-KR" dirty="0"/>
              <a:t>HRD </a:t>
            </a:r>
            <a:r>
              <a:rPr lang="ko-KR" altLang="en-US" dirty="0"/>
              <a:t>추천 </a:t>
            </a:r>
            <a:r>
              <a:rPr lang="en-US" altLang="ko-KR" dirty="0"/>
              <a:t>– </a:t>
            </a:r>
            <a:r>
              <a:rPr lang="ko-KR" altLang="en-US" dirty="0" err="1"/>
              <a:t>머신러닝</a:t>
            </a:r>
            <a:r>
              <a:rPr lang="ko-KR" altLang="en-US" dirty="0"/>
              <a:t> 이용</a:t>
            </a:r>
          </a:p>
        </p:txBody>
      </p:sp>
      <p:pic>
        <p:nvPicPr>
          <p:cNvPr id="5" name="그림 4" descr="This table lists various courses, their respective scores, and types, indicating a hybrid learning environment.&#10;&#10;AI 생성 콘텐츠는 정확하지 않을 수 있습니다.">
            <a:extLst>
              <a:ext uri="{FF2B5EF4-FFF2-40B4-BE49-F238E27FC236}">
                <a16:creationId xmlns:a16="http://schemas.microsoft.com/office/drawing/2014/main" id="{15808164-3279-707F-6654-AF04A14C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34" y="1757940"/>
            <a:ext cx="7635330" cy="425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57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9FD3B-E616-AFA8-B9B8-769FAD20FFB8}"/>
              </a:ext>
            </a:extLst>
          </p:cNvPr>
          <p:cNvSpPr txBox="1"/>
          <p:nvPr/>
        </p:nvSpPr>
        <p:spPr>
          <a:xfrm>
            <a:off x="5231019" y="2921168"/>
            <a:ext cx="17299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END</a:t>
            </a:r>
            <a:endParaRPr lang="ko-KR" altLang="en-US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833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1059</Words>
  <Application>Microsoft Office PowerPoint</Application>
  <PresentationFormat>와이드스크린</PresentationFormat>
  <Paragraphs>140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Pretendard ExtraBold</vt:lpstr>
      <vt:lpstr>Pretendard Medium</vt:lpstr>
      <vt:lpstr>Pretendard SemiBold</vt:lpstr>
      <vt:lpstr>맑은 고딕</vt:lpstr>
      <vt:lpstr>Arial</vt:lpstr>
      <vt:lpstr>Office 테마</vt:lpstr>
      <vt:lpstr>AI-Based People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광채 유</dc:creator>
  <cp:lastModifiedBy>광채 유</cp:lastModifiedBy>
  <cp:revision>1</cp:revision>
  <dcterms:created xsi:type="dcterms:W3CDTF">2026-04-09T01:42:59Z</dcterms:created>
  <dcterms:modified xsi:type="dcterms:W3CDTF">2026-04-29T16:00:27Z</dcterms:modified>
</cp:coreProperties>
</file>