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59" r:id="rId4"/>
    <p:sldId id="262" r:id="rId5"/>
    <p:sldId id="263" r:id="rId6"/>
    <p:sldId id="264" r:id="rId7"/>
    <p:sldId id="266" r:id="rId8"/>
    <p:sldId id="267" r:id="rId9"/>
    <p:sldId id="268" r:id="rId10"/>
    <p:sldId id="269" r:id="rId11"/>
    <p:sldId id="270" r:id="rId12"/>
    <p:sldId id="271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94660"/>
  </p:normalViewPr>
  <p:slideViewPr>
    <p:cSldViewPr snapToGrid="0">
      <p:cViewPr>
        <p:scale>
          <a:sx n="89" d="100"/>
          <a:sy n="89" d="100"/>
        </p:scale>
        <p:origin x="126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1" d="100"/>
          <a:sy n="71" d="100"/>
        </p:scale>
        <p:origin x="2739" y="5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C87C6345-C30D-2630-99E3-7C0CDDDAE78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612DBF0-D0AE-C8A3-7109-3315D8B1FC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060EE2-D1E0-4059-8698-482BC59196B0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5723E69-3571-A899-E738-D9184E98560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8FBDAE4-63E1-354B-D942-A3F48DCE84A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C1897-24A7-450F-83EE-26E7C3A37D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37874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23FC9D-701A-4811-85A9-1527F63CCB18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890503-F509-4732-9C65-856009DEAB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857412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4F381B-F641-E166-B208-21F411886B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E0DAC1A-591F-B7D0-1887-28606A3505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3503DC-112A-4D82-B8B1-F63CF534D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823FB-CEB9-42B7-9EFA-B5AAE0E2ACF4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614CA3-D7F6-0538-F99A-C74C98111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B18449-11A3-C6A4-CAEE-A06E0DFD7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567FC-288D-4EA7-B2F2-C84C36846B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1919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28DF45-6CCB-EBF1-070F-5B9D1A475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38FFA2-FA60-650B-B6A7-EAB815873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2AFADC-B6EB-16B8-CBF5-EF03EA8C5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823FB-CEB9-42B7-9EFA-B5AAE0E2ACF4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8AB7A3-9097-43B1-0708-50C5D76A3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3D43CE-CA6D-B4AB-C3ED-21B88CE72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567FC-288D-4EA7-B2F2-C84C36846B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020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29119C-DB0E-B609-F988-9DC9E1C4F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87E9917-97CC-1664-0399-90EF298F0E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2AF883-FA22-5A1A-4C94-A169D4AF6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823FB-CEB9-42B7-9EFA-B5AAE0E2ACF4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F2C0F7-7A2D-E59E-54A7-DE6777E2D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D06657-65FF-1D15-2961-5EA118533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567FC-288D-4EA7-B2F2-C84C36846B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8727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7D34A5-712A-F10C-A809-7A7D87B6F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867AC7-0D35-F3E7-0FA1-E593E6C048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4792846-670B-7DCA-F798-F0F03494C4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976562-A5FE-91BD-2E70-70800253E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823FB-CEB9-42B7-9EFA-B5AAE0E2ACF4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87CC518-5F59-3547-B381-DD9225CE3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B29C150-A37E-C9C9-FFC9-D9442B610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567FC-288D-4EA7-B2F2-C84C36846B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5880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A08C5E-C1AF-A4C7-D151-D92FC0D5E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318C031-464E-C06E-66BE-34427B9C3D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E37AC82-ED79-D79E-EAE2-D5A05E1094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5D110BD-C104-5211-7E71-F2D1A39EED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504E6BC-4B46-0390-C9BA-1B6268ADE2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3838EAA-8412-846F-168B-C355B740E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823FB-CEB9-42B7-9EFA-B5AAE0E2ACF4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94E33E1-2E29-4694-C3F0-31382DCDA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56E465D-46B4-0586-2237-296627823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567FC-288D-4EA7-B2F2-C84C36846B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8237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2146CB-318D-3A9D-9F24-EB6C1D421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B8AFE39-1F99-0B0C-859D-46235D6ED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823FB-CEB9-42B7-9EFA-B5AAE0E2ACF4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F9ABFB6-A71D-07DB-6033-DBD7B5732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79DECFC-89AA-0737-1CB5-974138FC8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567FC-288D-4EA7-B2F2-C84C36846B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0565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466EE9-CC85-BCFB-9904-094952D0A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823FB-CEB9-42B7-9EFA-B5AAE0E2ACF4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B525746-50D2-4784-6F44-48C685479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54FA0C-54D9-1CAA-A20C-2FC07376F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567FC-288D-4EA7-B2F2-C84C36846B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3188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E99206-F87D-614A-0951-5B58B7186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837760-9D1C-7BFE-E68E-E28A9B318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67DE17-1020-C5A7-4375-9E28EB793A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9FBBE2E-3527-4D68-A81E-151E7AE00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823FB-CEB9-42B7-9EFA-B5AAE0E2ACF4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2BFB19E-1786-2000-E925-B3DB75E86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A17A30-1AA4-04EE-8B93-654438D38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567FC-288D-4EA7-B2F2-C84C36846B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8987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6A4978-10E9-703C-C7B9-39D9ABC99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865FF78-25DB-E47E-F335-8C000E818E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CC009A4-132F-E448-CE52-6E45E0DE7B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A643FBC-DF40-08B9-F317-1B82DA20B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823FB-CEB9-42B7-9EFA-B5AAE0E2ACF4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3DBE698-427D-94EE-FD9F-1F9810F12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685091-C4D9-F3C5-2D68-8731693A7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567FC-288D-4EA7-B2F2-C84C36846B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0896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DC0D45-2D29-680D-35C4-C245C2CFE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167CBF2-1E31-76D8-EAC8-148A826983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50108B-D03C-011F-74F7-16C913160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823FB-CEB9-42B7-9EFA-B5AAE0E2ACF4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05908C-9E3B-8C94-7FA3-B67353AC9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189DB8-8EBF-20D9-E0A5-B021595C9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567FC-288D-4EA7-B2F2-C84C36846B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6725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B1C1FCA-33EC-2E0A-6284-1F0467986B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869AADA-A2CE-BC23-FF35-0DD03E67D5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29524D-A4B4-430B-C121-B21B28054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823FB-CEB9-42B7-9EFA-B5AAE0E2ACF4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251E61-5D4A-FC97-4430-79C36ABC5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180C01-F546-CAFA-246D-90D4352AA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567FC-288D-4EA7-B2F2-C84C36846B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72137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7D5597D-15FD-0923-B7F3-E294273E0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823FB-CEB9-42B7-9EFA-B5AAE0E2ACF4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CF820AE-640B-3BCD-2F17-EF897070D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3A75408-A8C4-5EBB-29DC-16EFBA9AA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567FC-288D-4EA7-B2F2-C84C36846BDC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7A893DF9-371A-C549-884B-AE9B39173A22}"/>
              </a:ext>
            </a:extLst>
          </p:cNvPr>
          <p:cNvCxnSpPr/>
          <p:nvPr userDrawn="1"/>
        </p:nvCxnSpPr>
        <p:spPr>
          <a:xfrm>
            <a:off x="557943" y="1059629"/>
            <a:ext cx="11074998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BEDD01E1-838A-F337-466A-6F6CE9324C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7943" y="475429"/>
            <a:ext cx="3818085" cy="584200"/>
          </a:xfrm>
        </p:spPr>
        <p:txBody>
          <a:bodyPr anchor="ctr"/>
          <a:lstStyle>
            <a:lvl1pPr>
              <a:buNone/>
              <a:defRPr sz="24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defRPr>
            </a:lvl1pPr>
          </a:lstStyle>
          <a:p>
            <a:pPr lvl="0"/>
            <a:r>
              <a:rPr lang="ko-KR" altLang="en-US" dirty="0"/>
              <a:t>제목을 입력하세요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02771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159A975-39A0-642C-1B17-5D7A60FC5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AE7A992-96C1-8E71-B522-13DEBAC3E6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46EA67-ECA3-2535-A1F8-46030630BB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5823FB-CEB9-42B7-9EFA-B5AAE0E2ACF4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39FD34-D0C1-C071-6CCF-8F6D464A4C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3511D8-418B-5DAF-B1BF-4793ECF2EC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4567FC-288D-4EA7-B2F2-C84C36846B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1955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350EA6-9F8B-5AA4-1DE6-7239BC8930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en-US" altLang="ko-KR" sz="54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AI-Based People Analytics</a:t>
            </a:r>
            <a:endParaRPr lang="ko-KR" altLang="en-US" sz="5400" dirty="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5E3E6CB-93A6-BC58-476A-9315A1750E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11158"/>
            <a:ext cx="9144000" cy="3410174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Project#1</a:t>
            </a:r>
          </a:p>
          <a:p>
            <a:r>
              <a:rPr lang="en-US" altLang="ko-KR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AI </a:t>
            </a:r>
            <a:r>
              <a:rPr lang="ko-KR" altLang="en-US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기반 근태관리 </a:t>
            </a:r>
            <a:r>
              <a:rPr lang="en-US" altLang="ko-KR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People Analytics </a:t>
            </a:r>
            <a:r>
              <a:rPr lang="ko-KR" altLang="en-US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프로젝트</a:t>
            </a:r>
            <a:endParaRPr lang="en-US" altLang="ko-KR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endParaRPr lang="en-US" altLang="ko-KR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 marL="457200" indent="-457200">
              <a:buAutoNum type="arabicPeriod"/>
            </a:pPr>
            <a:r>
              <a:rPr lang="en-US" altLang="ko-KR" sz="1900" dirty="0">
                <a:solidFill>
                  <a:schemeClr val="bg1">
                    <a:lumMod val="6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Bossware </a:t>
            </a:r>
            <a:r>
              <a:rPr lang="ko-KR" altLang="en-US" sz="1900" dirty="0">
                <a:solidFill>
                  <a:schemeClr val="bg1">
                    <a:lumMod val="6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관련 학술논문 정리</a:t>
            </a:r>
            <a:endParaRPr lang="en-US" altLang="ko-KR" sz="1900" dirty="0">
              <a:solidFill>
                <a:schemeClr val="bg1">
                  <a:lumMod val="65000"/>
                </a:schemeClr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marL="457200" indent="-457200">
              <a:buAutoNum type="arabicPeriod"/>
            </a:pPr>
            <a:r>
              <a:rPr lang="en-US" altLang="ko-KR" sz="1900" dirty="0">
                <a:solidFill>
                  <a:schemeClr val="bg1">
                    <a:lumMod val="6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Bossware </a:t>
            </a:r>
            <a:r>
              <a:rPr lang="ko-KR" altLang="en-US" sz="1900" dirty="0">
                <a:solidFill>
                  <a:schemeClr val="bg1">
                    <a:lumMod val="6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관련 뉴스 기사 </a:t>
            </a:r>
            <a:r>
              <a:rPr lang="ko-KR" altLang="en-US" sz="1900" dirty="0" err="1">
                <a:solidFill>
                  <a:schemeClr val="bg1">
                    <a:lumMod val="6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스크래핑</a:t>
            </a:r>
            <a:endParaRPr lang="en-US" altLang="ko-KR" sz="1900" dirty="0">
              <a:solidFill>
                <a:schemeClr val="bg1">
                  <a:lumMod val="65000"/>
                </a:schemeClr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marL="457200" indent="-457200">
              <a:buAutoNum type="arabicPeriod"/>
            </a:pPr>
            <a:r>
              <a:rPr lang="en-US" altLang="ko-KR" sz="1900" dirty="0">
                <a:solidFill>
                  <a:schemeClr val="bg1">
                    <a:lumMod val="6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Apple Watch </a:t>
            </a:r>
            <a:r>
              <a:rPr lang="ko-KR" altLang="en-US" sz="1900" dirty="0">
                <a:solidFill>
                  <a:schemeClr val="bg1">
                    <a:lumMod val="6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이용 </a:t>
            </a:r>
            <a:r>
              <a:rPr lang="ko-KR" altLang="en-US" sz="1900" dirty="0" err="1">
                <a:solidFill>
                  <a:schemeClr val="bg1">
                    <a:lumMod val="6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머신러닝</a:t>
            </a:r>
            <a:r>
              <a:rPr lang="ko-KR" altLang="en-US" sz="1900" dirty="0">
                <a:solidFill>
                  <a:schemeClr val="bg1">
                    <a:lumMod val="6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동작 예측</a:t>
            </a:r>
            <a:endParaRPr lang="en-US" altLang="ko-KR" sz="1900" dirty="0">
              <a:solidFill>
                <a:schemeClr val="bg1">
                  <a:lumMod val="65000"/>
                </a:schemeClr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marL="457200" indent="-457200">
              <a:buAutoNum type="arabicPeriod"/>
            </a:pPr>
            <a:r>
              <a:rPr lang="ko-KR" altLang="en-US" sz="1900" dirty="0" err="1">
                <a:solidFill>
                  <a:schemeClr val="bg1">
                    <a:lumMod val="6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머신러닝</a:t>
            </a:r>
            <a:r>
              <a:rPr lang="ko-KR" altLang="en-US" sz="1900" dirty="0">
                <a:solidFill>
                  <a:schemeClr val="bg1">
                    <a:lumMod val="6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이용 얼굴 인식</a:t>
            </a:r>
            <a:endParaRPr lang="en-US" altLang="ko-KR" sz="1900" dirty="0">
              <a:solidFill>
                <a:schemeClr val="bg1">
                  <a:lumMod val="65000"/>
                </a:schemeClr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marL="457200" indent="-457200">
              <a:buAutoNum type="arabicPeriod"/>
            </a:pPr>
            <a:r>
              <a:rPr lang="en-US" altLang="ko-KR" sz="1900" dirty="0">
                <a:solidFill>
                  <a:schemeClr val="bg1">
                    <a:lumMod val="6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Google AI </a:t>
            </a:r>
            <a:r>
              <a:rPr lang="ko-KR" altLang="en-US" sz="1900" dirty="0">
                <a:solidFill>
                  <a:schemeClr val="bg1">
                    <a:lumMod val="6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이용 동작 분석</a:t>
            </a:r>
          </a:p>
        </p:txBody>
      </p:sp>
    </p:spTree>
    <p:extLst>
      <p:ext uri="{BB962C8B-B14F-4D97-AF65-F5344CB8AC3E}">
        <p14:creationId xmlns:p14="http://schemas.microsoft.com/office/powerpoint/2010/main" val="2348875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3262281-CF0C-215C-186C-C68BB2C8F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943" y="1651626"/>
            <a:ext cx="3596915" cy="418407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46D14F6-305C-9591-84A9-EF132E179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0220" y="1062316"/>
            <a:ext cx="4228552" cy="358767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820E647-E632-B3C0-D4EB-42143CB90B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0607" y="2856154"/>
            <a:ext cx="3719808" cy="3587676"/>
          </a:xfrm>
          <a:prstGeom prst="rect">
            <a:avLst/>
          </a:prstGeom>
        </p:spPr>
      </p:pic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13EBEB37-BE3D-650E-8AF3-BF33A546BF49}"/>
              </a:ext>
            </a:extLst>
          </p:cNvPr>
          <p:cNvSpPr/>
          <p:nvPr/>
        </p:nvSpPr>
        <p:spPr>
          <a:xfrm>
            <a:off x="4249271" y="3552714"/>
            <a:ext cx="1059628" cy="381896"/>
          </a:xfrm>
          <a:prstGeom prst="rightArrow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A32B6B1C-4B8D-BA85-77DF-3E363DAF9251}"/>
              </a:ext>
            </a:extLst>
          </p:cNvPr>
          <p:cNvCxnSpPr/>
          <p:nvPr/>
        </p:nvCxnSpPr>
        <p:spPr>
          <a:xfrm>
            <a:off x="557943" y="1059629"/>
            <a:ext cx="11074998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25CBD46-A238-09B7-DB1D-0B5E25749788}"/>
              </a:ext>
            </a:extLst>
          </p:cNvPr>
          <p:cNvSpPr txBox="1"/>
          <p:nvPr/>
        </p:nvSpPr>
        <p:spPr>
          <a:xfrm>
            <a:off x="557943" y="532799"/>
            <a:ext cx="43123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1. Bossware </a:t>
            </a:r>
            <a:r>
              <a:rPr lang="ko-KR" altLang="en-US" sz="2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관련 학술 논문 정리</a:t>
            </a:r>
          </a:p>
        </p:txBody>
      </p:sp>
    </p:spTree>
    <p:extLst>
      <p:ext uri="{BB962C8B-B14F-4D97-AF65-F5344CB8AC3E}">
        <p14:creationId xmlns:p14="http://schemas.microsoft.com/office/powerpoint/2010/main" val="1476863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6FBC8-313A-2A3F-4EE8-5B86ECE44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BAD1072-22DB-FAD2-4FA6-57C41323E6CA}"/>
              </a:ext>
            </a:extLst>
          </p:cNvPr>
          <p:cNvCxnSpPr/>
          <p:nvPr/>
        </p:nvCxnSpPr>
        <p:spPr>
          <a:xfrm>
            <a:off x="557943" y="1059629"/>
            <a:ext cx="11074998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76D8DBB-BC5A-1961-4E5A-36DA55C8EB95}"/>
              </a:ext>
            </a:extLst>
          </p:cNvPr>
          <p:cNvSpPr txBox="1"/>
          <p:nvPr/>
        </p:nvSpPr>
        <p:spPr>
          <a:xfrm>
            <a:off x="557943" y="532799"/>
            <a:ext cx="48894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2. Bossware </a:t>
            </a:r>
            <a:r>
              <a:rPr lang="ko-KR" altLang="en-US" sz="2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관련 뉴스 기사 </a:t>
            </a:r>
            <a:r>
              <a:rPr lang="ko-KR" altLang="en-US" sz="2400" dirty="0" err="1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스크래핑</a:t>
            </a:r>
            <a:endParaRPr lang="ko-KR" altLang="en-US" sz="24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7BB6C8-B886-27E4-F0B6-73DEB102CD53}"/>
              </a:ext>
            </a:extLst>
          </p:cNvPr>
          <p:cNvSpPr txBox="1"/>
          <p:nvPr/>
        </p:nvSpPr>
        <p:spPr>
          <a:xfrm>
            <a:off x="557943" y="1608269"/>
            <a:ext cx="74238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1. google</a:t>
            </a:r>
            <a:r>
              <a:rPr lang="ko-KR" altLang="en-US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의 </a:t>
            </a:r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Google News RSS</a:t>
            </a:r>
            <a:r>
              <a:rPr lang="ko-KR" altLang="en-US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를 이용하여 “직원감시</a:t>
            </a:r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”</a:t>
            </a:r>
            <a:r>
              <a:rPr lang="ko-KR" altLang="en-US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의 키워드로 기사를 </a:t>
            </a:r>
            <a:r>
              <a:rPr lang="ko-KR" altLang="en-US" sz="1400" dirty="0" err="1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스크래핑</a:t>
            </a:r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(</a:t>
            </a:r>
            <a:r>
              <a:rPr lang="ko-KR" altLang="en-US" sz="1400" dirty="0" err="1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크롤링</a:t>
            </a:r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)</a:t>
            </a:r>
            <a:r>
              <a:rPr lang="ko-KR" altLang="en-US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해온다</a:t>
            </a:r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 </a:t>
            </a:r>
            <a:endParaRPr lang="ko-KR" altLang="en-US" sz="14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C15960-073B-11AF-B17C-A067FB3FFE1D}"/>
              </a:ext>
            </a:extLst>
          </p:cNvPr>
          <p:cNvSpPr txBox="1"/>
          <p:nvPr/>
        </p:nvSpPr>
        <p:spPr>
          <a:xfrm>
            <a:off x="557943" y="2135394"/>
            <a:ext cx="13612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2. </a:t>
            </a:r>
            <a:r>
              <a:rPr lang="ko-KR" altLang="en-US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프롬프트 입력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DA72CFA-A85B-3A08-EA3E-849708E84780}"/>
              </a:ext>
            </a:extLst>
          </p:cNvPr>
          <p:cNvSpPr/>
          <p:nvPr/>
        </p:nvSpPr>
        <p:spPr>
          <a:xfrm>
            <a:off x="557943" y="2576457"/>
            <a:ext cx="6413012" cy="186645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1. Google news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를 크롤링해서 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csv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파일로 저장하는 파이썬 코딩을 하고싶습니다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</a:t>
            </a:r>
          </a:p>
          <a:p>
            <a:endParaRPr lang="en-US" altLang="ko-KR" sz="1000" dirty="0">
              <a:solidFill>
                <a:schemeClr val="tx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2. Google News RSS → CSV 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저장 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(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파이썬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) 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로 하겠습니다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</a:t>
            </a:r>
          </a:p>
          <a:p>
            <a:endParaRPr lang="en-US" altLang="ko-KR" sz="1000" dirty="0">
              <a:solidFill>
                <a:schemeClr val="tx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3. </a:t>
            </a:r>
            <a:r>
              <a:rPr lang="en-US" altLang="ko-KR" sz="1000" dirty="0" err="1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feedparser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라이브러리를 사용하겠습니다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</a:t>
            </a:r>
          </a:p>
          <a:p>
            <a:endParaRPr lang="en-US" altLang="ko-KR" sz="1000" dirty="0">
              <a:solidFill>
                <a:schemeClr val="tx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4. 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결과 저장경로는 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C:\Users\octo1\OneDrive\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문서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\AI</a:t>
            </a:r>
            <a:r>
              <a:rPr lang="ko-KR" altLang="en-US" sz="1000" dirty="0" err="1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피플애널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입니다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9DD403-28E7-4365-00D0-C0519BC06E2A}"/>
              </a:ext>
            </a:extLst>
          </p:cNvPr>
          <p:cNvSpPr txBox="1"/>
          <p:nvPr/>
        </p:nvSpPr>
        <p:spPr>
          <a:xfrm>
            <a:off x="557943" y="4730997"/>
            <a:ext cx="14109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3. </a:t>
            </a:r>
            <a:r>
              <a:rPr lang="ko-KR" altLang="en-US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분석 결과 확인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1C18F8EB-8253-34FA-7C18-787B08937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0089" y="1995927"/>
            <a:ext cx="3542852" cy="3597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609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A3945ED-3F2C-8E72-9711-75169940F5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7943" y="475429"/>
            <a:ext cx="6617408" cy="584200"/>
          </a:xfrm>
        </p:spPr>
        <p:txBody>
          <a:bodyPr>
            <a:normAutofit/>
          </a:bodyPr>
          <a:lstStyle/>
          <a:p>
            <a:r>
              <a:rPr lang="en-US" altLang="ko-KR" dirty="0"/>
              <a:t>3. Apple Watch</a:t>
            </a:r>
            <a:r>
              <a:rPr lang="ko-KR" altLang="en-US" dirty="0"/>
              <a:t> 이용한 머신 러닝 동작 예측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449FA6-D800-3B18-17B9-83E798403022}"/>
              </a:ext>
            </a:extLst>
          </p:cNvPr>
          <p:cNvSpPr txBox="1"/>
          <p:nvPr/>
        </p:nvSpPr>
        <p:spPr>
          <a:xfrm>
            <a:off x="557943" y="1608269"/>
            <a:ext cx="9970999" cy="7014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1. 1_PAproject_1_4_Applewatch.csv </a:t>
            </a:r>
            <a:r>
              <a:rPr lang="ko-KR" altLang="en-US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의 파일을 통해 </a:t>
            </a:r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random forest</a:t>
            </a:r>
            <a:r>
              <a:rPr lang="ko-KR" altLang="en-US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로 </a:t>
            </a:r>
            <a:r>
              <a:rPr lang="ko-KR" altLang="en-US" sz="1400" dirty="0" err="1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머신러닝을</a:t>
            </a:r>
            <a:r>
              <a:rPr lang="ko-KR" altLang="en-US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수행하여 </a:t>
            </a:r>
            <a:r>
              <a:rPr lang="ko-KR" altLang="en-US" sz="1400" dirty="0" err="1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애플워치</a:t>
            </a:r>
            <a:r>
              <a:rPr lang="ko-KR" altLang="en-US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데이터로 </a:t>
            </a:r>
            <a:r>
              <a:rPr lang="ko-KR" altLang="en-US" sz="1400" dirty="0" err="1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머신을</a:t>
            </a:r>
            <a:r>
              <a:rPr lang="ko-KR" altLang="en-US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학습시킨 후 </a:t>
            </a:r>
            <a:endParaRPr lang="en-US" altLang="ko-KR" sz="14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   1_PAproject_1_4_Applewatch_prediction.csv </a:t>
            </a:r>
            <a:r>
              <a:rPr lang="ko-KR" altLang="en-US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의 사람의 동작을 예측하는 </a:t>
            </a:r>
            <a:r>
              <a:rPr lang="ko-KR" altLang="en-US" sz="1400" dirty="0" err="1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머신러닝</a:t>
            </a:r>
            <a:r>
              <a:rPr lang="ko-KR" altLang="en-US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예측분석을 수행한다</a:t>
            </a:r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 </a:t>
            </a:r>
            <a:endParaRPr lang="ko-KR" altLang="en-US" sz="14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C43907-ED3A-CAD1-1B64-E21359E5220A}"/>
              </a:ext>
            </a:extLst>
          </p:cNvPr>
          <p:cNvSpPr txBox="1"/>
          <p:nvPr/>
        </p:nvSpPr>
        <p:spPr>
          <a:xfrm>
            <a:off x="557943" y="2507614"/>
            <a:ext cx="1361270" cy="378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2. </a:t>
            </a:r>
            <a:r>
              <a:rPr lang="ko-KR" altLang="en-US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프롬프트 입력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D69E9E3D-7147-F747-6A2E-C5A1B7C9F94A}"/>
              </a:ext>
            </a:extLst>
          </p:cNvPr>
          <p:cNvSpPr/>
          <p:nvPr/>
        </p:nvSpPr>
        <p:spPr>
          <a:xfrm>
            <a:off x="557942" y="2981595"/>
            <a:ext cx="8521512" cy="262851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ko-KR" altLang="en-US" sz="1000" dirty="0" err="1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애플워치의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데이터를 이용해 신체활동을 예측하는 파이썬 코딩을 하고싶습니다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 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학습용 데이터는 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"C:\Users\octo1\OneDrive\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문서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\AI</a:t>
            </a:r>
            <a:r>
              <a:rPr lang="ko-KR" altLang="en-US" sz="1000" dirty="0" err="1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피플애널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\project#1\1_PAproject_1_4_Applewatch.csv“ 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여기에 있습니다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 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예측용 데이터는 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"C:\Users\octo1\OneDrive\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문서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\AI</a:t>
            </a:r>
            <a:r>
              <a:rPr lang="ko-KR" altLang="en-US" sz="1000" dirty="0" err="1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피플애널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\project#1\1_PAproject_1_4_Applewatch_prediction.csv“ 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여기에 있습니다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 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학습용 데이터의 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age gender height weight </a:t>
            </a:r>
            <a:r>
              <a:rPr lang="en-US" altLang="ko-KR" sz="1000" dirty="0" err="1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Applewatch.Steps_LE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lang="en-US" altLang="ko-KR" sz="1000" dirty="0" err="1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Applewatch.Heart_LE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lang="en-US" altLang="ko-KR" sz="1000" dirty="0" err="1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Applewatch.Calories_LE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lang="en-US" altLang="ko-KR" sz="1000" dirty="0" err="1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Applewatch.Distance_LE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lang="en-US" altLang="ko-KR" sz="1000" dirty="0" err="1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EntropyApplewatchHeartPerDay_LE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lang="en-US" altLang="ko-KR" sz="1000" dirty="0" err="1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EntropyApplewatchStepsPerDay_LE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lang="en-US" altLang="ko-KR" sz="1000" dirty="0" err="1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RestingApplewatchHeartrate_LE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lang="en-US" altLang="ko-KR" sz="1000" dirty="0" err="1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CorrelationApplewatchHeartrateSteps_LE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lang="en-US" altLang="ko-KR" sz="1000" dirty="0" err="1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NormalizedApplewatchHeartrate_LE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lang="en-US" altLang="ko-KR" sz="1000" dirty="0" err="1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ApplewatchIntensity_LE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lang="en-US" altLang="ko-KR" sz="1000" dirty="0" err="1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SDNormalizedApplewatchHR_LE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lang="en-US" altLang="ko-KR" sz="1000" dirty="0" err="1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ApplewatchStepsXDistance_LE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이 변수들로 </a:t>
            </a:r>
            <a:r>
              <a:rPr lang="en-US" altLang="ko-KR" sz="1000" dirty="0" err="1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activity_trimmed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이 변수를 예측하고 싶습니다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 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scikit-learn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라이브러리를 이용해서 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random forest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로 </a:t>
            </a:r>
            <a:r>
              <a:rPr lang="ko-KR" altLang="en-US" sz="1000" dirty="0" err="1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머신러닝을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하는 코드를 만들어주세요 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5. 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예측 후에는 </a:t>
            </a:r>
            <a:r>
              <a:rPr lang="ko-KR" altLang="en-US" sz="1000" dirty="0" err="1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같은경로에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엑셀파일로 결과를 저장해주세요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 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파이썬 코딩을 해주세요</a:t>
            </a:r>
          </a:p>
        </p:txBody>
      </p:sp>
    </p:spTree>
    <p:extLst>
      <p:ext uri="{BB962C8B-B14F-4D97-AF65-F5344CB8AC3E}">
        <p14:creationId xmlns:p14="http://schemas.microsoft.com/office/powerpoint/2010/main" val="1579099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F1A8D-3349-020B-C312-B050B8205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EACAEC9-6F59-47D2-64E0-66C0F1E050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7943" y="475429"/>
            <a:ext cx="6617408" cy="584200"/>
          </a:xfrm>
        </p:spPr>
        <p:txBody>
          <a:bodyPr>
            <a:normAutofit/>
          </a:bodyPr>
          <a:lstStyle/>
          <a:p>
            <a:r>
              <a:rPr lang="en-US" altLang="ko-KR" dirty="0"/>
              <a:t>3. Apple Watch</a:t>
            </a:r>
            <a:r>
              <a:rPr lang="ko-KR" altLang="en-US" dirty="0"/>
              <a:t> 이용한 머신 러닝 동작 예측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E452BF-2303-9D6E-39C7-2882278D1AE3}"/>
              </a:ext>
            </a:extLst>
          </p:cNvPr>
          <p:cNvSpPr txBox="1"/>
          <p:nvPr/>
        </p:nvSpPr>
        <p:spPr>
          <a:xfrm>
            <a:off x="557943" y="1608269"/>
            <a:ext cx="1410964" cy="378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3. </a:t>
            </a:r>
            <a:r>
              <a:rPr lang="ko-KR" altLang="en-US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분석 결과 확인</a:t>
            </a:r>
            <a:endParaRPr lang="en-US" altLang="ko-KR" sz="14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CC1E65D-962E-00C3-BD4B-707BAFBA4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943" y="2094777"/>
            <a:ext cx="7994195" cy="414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810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F0782D2-525E-C605-204F-5357C2A237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7943" y="475429"/>
            <a:ext cx="5401793" cy="584200"/>
          </a:xfrm>
        </p:spPr>
        <p:txBody>
          <a:bodyPr>
            <a:normAutofit/>
          </a:bodyPr>
          <a:lstStyle/>
          <a:p>
            <a:r>
              <a:rPr lang="en-US" altLang="ko-KR" dirty="0"/>
              <a:t>4. </a:t>
            </a:r>
            <a:r>
              <a:rPr lang="ko-KR" altLang="en-US" dirty="0" err="1"/>
              <a:t>머신러닝</a:t>
            </a:r>
            <a:r>
              <a:rPr lang="ko-KR" altLang="en-US" dirty="0"/>
              <a:t> 이용 얼굴 인식 </a:t>
            </a:r>
            <a:r>
              <a:rPr lang="en-US" altLang="ko-KR" dirty="0"/>
              <a:t>– </a:t>
            </a:r>
            <a:r>
              <a:rPr lang="ko-KR" altLang="en-US" dirty="0"/>
              <a:t>사진 </a:t>
            </a:r>
            <a:r>
              <a:rPr lang="ko-KR" altLang="en-US" dirty="0" err="1"/>
              <a:t>크롤링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7506C4-C65B-A782-E2E0-697B647025FE}"/>
              </a:ext>
            </a:extLst>
          </p:cNvPr>
          <p:cNvSpPr txBox="1"/>
          <p:nvPr/>
        </p:nvSpPr>
        <p:spPr>
          <a:xfrm>
            <a:off x="557943" y="1608269"/>
            <a:ext cx="8598829" cy="42562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1. </a:t>
            </a:r>
            <a:r>
              <a:rPr lang="ko-KR" altLang="en-US" sz="1400" dirty="0" err="1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에스파의</a:t>
            </a:r>
            <a:r>
              <a:rPr lang="ko-KR" altLang="en-US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멤버는 </a:t>
            </a:r>
            <a:r>
              <a:rPr lang="ko-KR" altLang="en-US" sz="1400" dirty="0" err="1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카리나</a:t>
            </a:r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, </a:t>
            </a:r>
            <a:r>
              <a:rPr lang="ko-KR" altLang="en-US" sz="1400" dirty="0" err="1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윈터</a:t>
            </a:r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, </a:t>
            </a:r>
            <a:r>
              <a:rPr lang="ko-KR" altLang="en-US" sz="1400" dirty="0" err="1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닝닝</a:t>
            </a:r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, </a:t>
            </a:r>
            <a:r>
              <a:rPr lang="ko-KR" altLang="en-US" sz="1400" dirty="0" err="1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지젤</a:t>
            </a:r>
            <a:r>
              <a:rPr lang="ko-KR" altLang="en-US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이렇게 </a:t>
            </a:r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4</a:t>
            </a:r>
            <a:r>
              <a:rPr lang="ko-KR" altLang="en-US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명이다</a:t>
            </a:r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네이버에서 해당 멤버의 사진을 </a:t>
            </a:r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20</a:t>
            </a:r>
            <a:r>
              <a:rPr lang="ko-KR" altLang="en-US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장씩 받고 하나의 폴더에 넣은 후에 </a:t>
            </a:r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Google AI</a:t>
            </a:r>
            <a:r>
              <a:rPr lang="ko-KR" altLang="en-US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를 이용해 사진을 멤버별로 분류해 보자</a:t>
            </a:r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4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2. </a:t>
            </a:r>
            <a:r>
              <a:rPr lang="ko-KR" altLang="en-US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프롬프트 입력</a:t>
            </a:r>
            <a:endParaRPr lang="en-US" altLang="ko-KR" sz="14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>
              <a:lnSpc>
                <a:spcPct val="150000"/>
              </a:lnSpc>
            </a:pPr>
            <a:endParaRPr lang="en-US" altLang="ko-KR" sz="14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>
              <a:lnSpc>
                <a:spcPct val="150000"/>
              </a:lnSpc>
            </a:pPr>
            <a:endParaRPr lang="en-US" altLang="ko-KR" sz="14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>
              <a:lnSpc>
                <a:spcPct val="150000"/>
              </a:lnSpc>
            </a:pPr>
            <a:endParaRPr lang="en-US" altLang="ko-KR" sz="14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>
              <a:lnSpc>
                <a:spcPct val="150000"/>
              </a:lnSpc>
            </a:pPr>
            <a:endParaRPr lang="en-US" altLang="ko-KR" sz="14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>
              <a:lnSpc>
                <a:spcPct val="150000"/>
              </a:lnSpc>
            </a:pPr>
            <a:endParaRPr lang="en-US" altLang="ko-KR" sz="14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>
              <a:lnSpc>
                <a:spcPct val="150000"/>
              </a:lnSpc>
            </a:pPr>
            <a:endParaRPr lang="en-US" altLang="ko-KR" sz="14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>
              <a:lnSpc>
                <a:spcPct val="150000"/>
              </a:lnSpc>
            </a:pPr>
            <a:endParaRPr lang="en-US" altLang="ko-KR" sz="14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3. </a:t>
            </a:r>
            <a:r>
              <a:rPr lang="ko-KR" altLang="en-US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결과 확인 </a:t>
            </a:r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-&gt; </a:t>
            </a:r>
            <a:r>
              <a:rPr lang="ko-KR" altLang="en-US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멤버 이름으로 검색어를 바꿔 주소를 바꾸면서 각각 </a:t>
            </a:r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20</a:t>
            </a:r>
            <a:r>
              <a:rPr lang="ko-KR" altLang="en-US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장씩 저장</a:t>
            </a:r>
            <a:endParaRPr lang="en-US" altLang="ko-KR" sz="14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(</a:t>
            </a:r>
            <a:r>
              <a:rPr lang="ko-KR" altLang="en-US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총 </a:t>
            </a:r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80</a:t>
            </a:r>
            <a:r>
              <a:rPr lang="ko-KR" altLang="en-US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장</a:t>
            </a:r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)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4A07D7FC-28BA-91EE-7C72-505D75A3E9A9}"/>
              </a:ext>
            </a:extLst>
          </p:cNvPr>
          <p:cNvSpPr/>
          <p:nvPr/>
        </p:nvSpPr>
        <p:spPr>
          <a:xfrm>
            <a:off x="557942" y="3024627"/>
            <a:ext cx="6406829" cy="159040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1. </a:t>
            </a:r>
            <a:r>
              <a:rPr lang="ko-KR" altLang="en-US" sz="1000" dirty="0" err="1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파이썬으로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네이버에서 사진을 크롤링해오고 싶습니다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2. 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주소는 아래와 같습니다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</a:t>
            </a:r>
            <a:endParaRPr lang="ko-KR" altLang="en-US" sz="1000" dirty="0">
              <a:solidFill>
                <a:schemeClr val="tx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https://search.naver.com/search.naver?ssc=tab.image.all&amp;where=image&amp;sm=tab_jum&amp;query=%EC%B9%B4%EB%A6%AC%EB%82%98</a:t>
            </a: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3. 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저장은 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C:\Users\octo1\OneDrive\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문서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\AI</a:t>
            </a:r>
            <a:r>
              <a:rPr lang="ko-KR" altLang="en-US" sz="1000" dirty="0" err="1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피플애널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\project#1 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에 해주시고 파일명은 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Karina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에 숫자를 붙여주세요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4. 20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장의 사진은 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Karina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라는 파일을 만들어 그곳에 저장해 주세요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</a:t>
            </a:r>
            <a:endParaRPr lang="ko-KR" altLang="en-US" sz="1000" dirty="0">
              <a:solidFill>
                <a:schemeClr val="tx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B94891A-DC82-013D-A779-ACA023AEF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1799" y="2956010"/>
            <a:ext cx="4452258" cy="2382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969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47126-B506-CDC6-7670-6075547BF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62D51BA-1BE8-8145-457B-C875F782E1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7943" y="475429"/>
            <a:ext cx="5401793" cy="584200"/>
          </a:xfrm>
        </p:spPr>
        <p:txBody>
          <a:bodyPr>
            <a:normAutofit/>
          </a:bodyPr>
          <a:lstStyle/>
          <a:p>
            <a:r>
              <a:rPr lang="en-US" altLang="ko-KR" dirty="0"/>
              <a:t>4. </a:t>
            </a:r>
            <a:r>
              <a:rPr lang="ko-KR" altLang="en-US" dirty="0" err="1"/>
              <a:t>머신러닝</a:t>
            </a:r>
            <a:r>
              <a:rPr lang="ko-KR" altLang="en-US" dirty="0"/>
              <a:t> 이용 얼굴 인식 </a:t>
            </a:r>
            <a:r>
              <a:rPr lang="en-US" altLang="ko-KR" dirty="0"/>
              <a:t>– </a:t>
            </a:r>
            <a:r>
              <a:rPr lang="ko-KR" altLang="en-US" dirty="0"/>
              <a:t>사진 분류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A73521-8E10-FBD3-75C4-9C1FA4067B4E}"/>
              </a:ext>
            </a:extLst>
          </p:cNvPr>
          <p:cNvSpPr txBox="1"/>
          <p:nvPr/>
        </p:nvSpPr>
        <p:spPr>
          <a:xfrm>
            <a:off x="557943" y="1430422"/>
            <a:ext cx="4804520" cy="51987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1. </a:t>
            </a:r>
            <a:r>
              <a:rPr lang="ko-KR" altLang="en-US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멤버들의 얼굴을 학습시킨 후</a:t>
            </a:r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, </a:t>
            </a:r>
            <a:r>
              <a:rPr lang="ko-KR" altLang="en-US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임의의 사진을 멤버별로 분류한다</a:t>
            </a:r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2. </a:t>
            </a:r>
            <a:r>
              <a:rPr lang="ko-KR" altLang="en-US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프롬프트 입력</a:t>
            </a:r>
            <a:endParaRPr lang="en-US" altLang="ko-KR" sz="14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>
              <a:lnSpc>
                <a:spcPct val="200000"/>
              </a:lnSpc>
            </a:pPr>
            <a:endParaRPr lang="en-US" altLang="ko-KR" sz="14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>
              <a:lnSpc>
                <a:spcPct val="200000"/>
              </a:lnSpc>
            </a:pPr>
            <a:endParaRPr lang="en-US" altLang="ko-KR" sz="14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>
              <a:lnSpc>
                <a:spcPct val="200000"/>
              </a:lnSpc>
            </a:pPr>
            <a:endParaRPr lang="en-US" altLang="ko-KR" sz="14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>
              <a:lnSpc>
                <a:spcPct val="200000"/>
              </a:lnSpc>
            </a:pPr>
            <a:endParaRPr lang="en-US" altLang="ko-KR" sz="14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>
              <a:lnSpc>
                <a:spcPct val="200000"/>
              </a:lnSpc>
            </a:pPr>
            <a:endParaRPr lang="en-US" altLang="ko-KR" sz="14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>
              <a:lnSpc>
                <a:spcPct val="200000"/>
              </a:lnSpc>
            </a:pPr>
            <a:endParaRPr lang="en-US" altLang="ko-KR" sz="14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>
              <a:lnSpc>
                <a:spcPct val="200000"/>
              </a:lnSpc>
            </a:pPr>
            <a:endParaRPr lang="en-US" altLang="ko-KR" sz="14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>
              <a:lnSpc>
                <a:spcPct val="200000"/>
              </a:lnSpc>
            </a:pPr>
            <a:endParaRPr lang="en-US" altLang="ko-KR" sz="14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>
              <a:lnSpc>
                <a:spcPct val="200000"/>
              </a:lnSpc>
            </a:pPr>
            <a:endParaRPr lang="en-US" altLang="ko-KR" sz="14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3. </a:t>
            </a:r>
            <a:r>
              <a:rPr lang="ko-KR" altLang="en-US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결과 확인</a:t>
            </a:r>
            <a:endParaRPr lang="en-US" altLang="ko-KR" sz="14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0F7832DA-F23B-449D-212D-D93AC7BDE36F}"/>
              </a:ext>
            </a:extLst>
          </p:cNvPr>
          <p:cNvSpPr/>
          <p:nvPr/>
        </p:nvSpPr>
        <p:spPr>
          <a:xfrm>
            <a:off x="557943" y="2422199"/>
            <a:ext cx="8591437" cy="349988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제 컴퓨터에 있는 사진을 사람 얼굴을 학습하여 자동 분류하는 파이썬 코드를 작성해주세요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 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조건은 아래와 같습니다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 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기준 얼굴 사진 폴더는 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`C:\Users\octo1\OneDrive\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문서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\AI</a:t>
            </a:r>
            <a:r>
              <a:rPr lang="ko-KR" altLang="en-US" sz="1000" dirty="0" err="1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피플애널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\project#1` 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입니다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분류할 사진 폴더는 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`C:\Users\octo1\OneDrive\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문서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\AI</a:t>
            </a:r>
            <a:r>
              <a:rPr lang="ko-KR" altLang="en-US" sz="1000" dirty="0" err="1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피플애널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\project#1\Face` 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입니다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 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기준 얼굴 사진은 사람별로 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20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장씩 있으며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파일명은 예를 들어 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`lh1.jpg`, `lh2.jpg`, `mjh1.jpg`, `mjh2.jpg`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처럼 사람 이름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(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또는 약자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) 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뒤에 숫자가 붙어 있습니다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 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파일명에서 숫자를 제거한 문자열을 같은 사람으로 보고 학습해주세요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 </a:t>
            </a:r>
            <a:r>
              <a:rPr lang="ko-KR" altLang="en-US" sz="1000" dirty="0" err="1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파일하나를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lang="ko-KR" altLang="en-US" sz="1000" dirty="0" err="1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학습할떄마다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문자로 알려주세요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 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사용할 라이브러리는 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`</a:t>
            </a:r>
            <a:r>
              <a:rPr lang="en-US" altLang="ko-KR" sz="1000" dirty="0" err="1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insightface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`, `</a:t>
            </a:r>
            <a:r>
              <a:rPr lang="en-US" altLang="ko-KR" sz="1000" dirty="0" err="1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onnxruntime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`, `</a:t>
            </a:r>
            <a:r>
              <a:rPr lang="en-US" altLang="ko-KR" sz="1000" dirty="0" err="1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opencv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-python`, `</a:t>
            </a:r>
            <a:r>
              <a:rPr lang="en-US" altLang="ko-KR" sz="1000" dirty="0" err="1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numpy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` 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입니다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 `</a:t>
            </a:r>
            <a:r>
              <a:rPr lang="en-US" altLang="ko-KR" sz="1000" dirty="0" err="1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dlib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`, `</a:t>
            </a:r>
            <a:r>
              <a:rPr lang="en-US" altLang="ko-KR" sz="1000" dirty="0" err="1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face_recognition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`, `</a:t>
            </a:r>
            <a:r>
              <a:rPr lang="en-US" altLang="ko-KR" sz="1000" dirty="0" err="1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mediapipe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`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는 사용하지 말아주세요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 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얼굴 </a:t>
            </a:r>
            <a:r>
              <a:rPr lang="ko-KR" altLang="en-US" sz="1000" dirty="0" err="1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임베딩은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lang="en-US" altLang="ko-KR" sz="1000" dirty="0" err="1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InsightFace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로 추출하고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여러 기준 사진의 </a:t>
            </a:r>
            <a:r>
              <a:rPr lang="ko-KR" altLang="en-US" sz="1000" dirty="0" err="1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임베딩은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사람별로 </a:t>
            </a:r>
            <a:r>
              <a:rPr lang="ko-KR" altLang="en-US" sz="1000" dirty="0" err="1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평균내주세요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 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얼굴이 여러 개 검출되면 가장 큰 얼굴 하나만 사용해주세요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 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유사도 비교는 유클리드 거리가 아니라 코사인 유사도를 사용해주세요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 </a:t>
            </a:r>
            <a:r>
              <a:rPr lang="ko-KR" altLang="en-US" sz="1000" dirty="0" err="1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임베딩은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L2 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정규화 후 비교해주세요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 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분류 기준은 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`SIM_THRESHOLD = 0.35` 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로 해주세요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 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기준 이상이면 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`C:\Users\octo1\OneDrive\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문서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\AI</a:t>
            </a:r>
            <a:r>
              <a:rPr lang="ko-KR" altLang="en-US" sz="1000" dirty="0" err="1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피플애널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\project#1\Face\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사람이름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` 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폴더를 자동 생성해서 사진을 이동해주세요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 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기준 미만이면 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`C:\Users\octo1\OneDrive\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문서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\AI</a:t>
            </a:r>
            <a:r>
              <a:rPr lang="ko-KR" altLang="en-US" sz="1000" dirty="0" err="1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피플애널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\project#1\Face\unknown` 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폴더로 이동해주세요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 14. 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지원 확장자는 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`.jpg`, `.jpeg`, `.</a:t>
            </a:r>
            <a:r>
              <a:rPr lang="en-US" altLang="ko-KR" sz="1000" dirty="0" err="1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png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` 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입니다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 `</a:t>
            </a:r>
            <a:r>
              <a:rPr lang="en-US" altLang="ko-KR" sz="1000" dirty="0" err="1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shutil.move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`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를 사용해 파일을 이동해주세요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 16. 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코드 전체를 한 번에 실행 가능한 형태로 작성해주세요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 </a:t>
            </a:r>
            <a:endParaRPr lang="ko-KR" altLang="en-US" sz="1000" dirty="0">
              <a:solidFill>
                <a:schemeClr val="tx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8800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864BE-0764-C935-9288-8A1A08E96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884951B-5F69-3828-C651-C0CA56EF7E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7943" y="475429"/>
            <a:ext cx="6617408" cy="584200"/>
          </a:xfrm>
        </p:spPr>
        <p:txBody>
          <a:bodyPr>
            <a:normAutofit/>
          </a:bodyPr>
          <a:lstStyle/>
          <a:p>
            <a:r>
              <a:rPr lang="en-US" altLang="ko-KR" dirty="0"/>
              <a:t>5. Google AI </a:t>
            </a:r>
            <a:r>
              <a:rPr lang="ko-KR" altLang="en-US" dirty="0"/>
              <a:t>이용 동작 분석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CA0E7-1474-0C46-1356-1B09A4E2184E}"/>
              </a:ext>
            </a:extLst>
          </p:cNvPr>
          <p:cNvSpPr txBox="1"/>
          <p:nvPr/>
        </p:nvSpPr>
        <p:spPr>
          <a:xfrm>
            <a:off x="557943" y="1608269"/>
            <a:ext cx="7386959" cy="3774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1. Google AI studio</a:t>
            </a:r>
            <a:r>
              <a:rPr lang="ko-KR" altLang="en-US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의 </a:t>
            </a:r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API Key </a:t>
            </a:r>
            <a:r>
              <a:rPr lang="ko-KR" altLang="en-US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획득</a:t>
            </a:r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: https://aistudio.google.com/ -&gt; </a:t>
            </a:r>
            <a:r>
              <a:rPr lang="ko-KR" altLang="en-US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로그인 </a:t>
            </a:r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-&gt; get API key</a:t>
            </a:r>
            <a:endParaRPr lang="ko-KR" altLang="en-US" sz="14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D0E03A-48BD-5DE8-2E7F-A62AD2CC9D5F}"/>
              </a:ext>
            </a:extLst>
          </p:cNvPr>
          <p:cNvSpPr txBox="1"/>
          <p:nvPr/>
        </p:nvSpPr>
        <p:spPr>
          <a:xfrm>
            <a:off x="557943" y="2507614"/>
            <a:ext cx="1410964" cy="29635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2. </a:t>
            </a:r>
            <a:r>
              <a:rPr lang="ko-KR" altLang="en-US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프롬프트 입력</a:t>
            </a:r>
            <a:endParaRPr lang="en-US" altLang="ko-KR" sz="14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>
              <a:lnSpc>
                <a:spcPct val="150000"/>
              </a:lnSpc>
            </a:pPr>
            <a:endParaRPr lang="en-US" altLang="ko-KR" sz="14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>
              <a:lnSpc>
                <a:spcPct val="150000"/>
              </a:lnSpc>
            </a:pPr>
            <a:endParaRPr lang="en-US" altLang="ko-KR" sz="14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>
              <a:lnSpc>
                <a:spcPct val="150000"/>
              </a:lnSpc>
            </a:pPr>
            <a:endParaRPr lang="en-US" altLang="ko-KR" sz="14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>
              <a:lnSpc>
                <a:spcPct val="150000"/>
              </a:lnSpc>
            </a:pPr>
            <a:endParaRPr lang="en-US" altLang="ko-KR" sz="14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>
              <a:lnSpc>
                <a:spcPct val="150000"/>
              </a:lnSpc>
            </a:pPr>
            <a:endParaRPr lang="en-US" altLang="ko-KR" sz="14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>
              <a:lnSpc>
                <a:spcPct val="150000"/>
              </a:lnSpc>
            </a:pPr>
            <a:endParaRPr lang="en-US" altLang="ko-KR" sz="14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>
              <a:lnSpc>
                <a:spcPct val="150000"/>
              </a:lnSpc>
            </a:pPr>
            <a:endParaRPr lang="en-US" altLang="ko-KR" sz="14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3.</a:t>
            </a:r>
            <a:r>
              <a:rPr lang="ko-KR" altLang="en-US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분석 결과 확인</a:t>
            </a:r>
            <a:endParaRPr lang="en-US" altLang="ko-KR" sz="14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AAEC4EE-2D47-176B-AE55-A62E0B00ADF9}"/>
              </a:ext>
            </a:extLst>
          </p:cNvPr>
          <p:cNvSpPr/>
          <p:nvPr/>
        </p:nvSpPr>
        <p:spPr>
          <a:xfrm>
            <a:off x="557942" y="2981595"/>
            <a:ext cx="7101503" cy="175714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제 컴퓨터에 있는 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"C:\Users\octo1\OneDrive\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문서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\AI</a:t>
            </a:r>
            <a:r>
              <a:rPr lang="ko-KR" altLang="en-US" sz="1000" dirty="0" err="1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피플애널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\project#1\kim.mp4" 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파일을 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google ai studio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에 업로드하여 동영상의 인물이 어떤 행동을 하는지 분석하는 파이썬 코딩을 하고싶습니다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endParaRPr lang="en-US" altLang="ko-KR" sz="1000" dirty="0">
              <a:solidFill>
                <a:schemeClr val="tx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google-</a:t>
            </a:r>
            <a:r>
              <a:rPr lang="en-US" altLang="ko-KR" sz="1000" dirty="0" err="1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genai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라이브러리를 이용하겠습니다 </a:t>
            </a:r>
            <a:endParaRPr lang="en-US" altLang="ko-KR" sz="1000" dirty="0">
              <a:solidFill>
                <a:schemeClr val="tx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API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키를 직접 입력하겠습니다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 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모델은 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gemini-2.5-flash</a:t>
            </a:r>
            <a:r>
              <a:rPr lang="ko-KR" altLang="en-US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를 사용하겠습니다</a:t>
            </a:r>
            <a:r>
              <a:rPr lang="en-US" altLang="ko-KR" sz="10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</a:t>
            </a:r>
            <a:endParaRPr lang="ko-KR" altLang="en-US" sz="1000" dirty="0">
              <a:solidFill>
                <a:schemeClr val="tx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81151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687F7-D688-11D5-0AD6-0270B324C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3954532-5C15-C57D-288A-24AC27676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7943" y="475429"/>
            <a:ext cx="6617408" cy="584200"/>
          </a:xfrm>
        </p:spPr>
        <p:txBody>
          <a:bodyPr>
            <a:normAutofit/>
          </a:bodyPr>
          <a:lstStyle/>
          <a:p>
            <a:r>
              <a:rPr lang="en-US" altLang="ko-KR" dirty="0"/>
              <a:t>5. Google AI </a:t>
            </a:r>
            <a:r>
              <a:rPr lang="ko-KR" altLang="en-US" dirty="0"/>
              <a:t>이용 동작 분석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852BF8F-0F9D-84AA-D594-2A86DD4B6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516" y="1584364"/>
            <a:ext cx="11530405" cy="510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134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F6BA7-F83F-ADA9-C033-D69024D5E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76DAC6D-E5F2-933E-79CC-FEF28AD269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7943" y="475429"/>
            <a:ext cx="6617408" cy="584200"/>
          </a:xfrm>
        </p:spPr>
        <p:txBody>
          <a:bodyPr>
            <a:normAutofit/>
          </a:bodyPr>
          <a:lstStyle/>
          <a:p>
            <a:r>
              <a:rPr lang="en-US" altLang="ko-KR" dirty="0"/>
              <a:t>5. Google AI </a:t>
            </a:r>
            <a:r>
              <a:rPr lang="ko-KR" altLang="en-US" dirty="0"/>
              <a:t>이용 동작 분석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BD3F9C3-B175-86D3-3EFF-57EC2F9FF8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516" y="1584364"/>
            <a:ext cx="11530405" cy="510073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48B3EFF6-B0CC-68B2-A27F-C83FE603BD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943" y="1414630"/>
            <a:ext cx="11581765" cy="532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0342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BA5F4-E7D8-5DF1-192B-1B52C72E0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F169F7C-DCCF-9068-C5DC-E92391B803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7943" y="475429"/>
            <a:ext cx="6617408" cy="584200"/>
          </a:xfrm>
        </p:spPr>
        <p:txBody>
          <a:bodyPr>
            <a:normAutofit/>
          </a:bodyPr>
          <a:lstStyle/>
          <a:p>
            <a:r>
              <a:rPr lang="en-US" altLang="ko-KR" dirty="0"/>
              <a:t>5. Google AI </a:t>
            </a:r>
            <a:r>
              <a:rPr lang="ko-KR" altLang="en-US" dirty="0"/>
              <a:t>이용 동작 분석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37B0CEA-5D60-D1E6-38F3-6B6D20F21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516" y="1584364"/>
            <a:ext cx="11530405" cy="510073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B2EF31B-CE16-5785-8116-E1D315EAD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943" y="1414630"/>
            <a:ext cx="11581765" cy="532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0496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99FD3B-E616-AFA8-B9B8-769FAD20FFB8}"/>
              </a:ext>
            </a:extLst>
          </p:cNvPr>
          <p:cNvSpPr txBox="1"/>
          <p:nvPr/>
        </p:nvSpPr>
        <p:spPr>
          <a:xfrm>
            <a:off x="5231019" y="2921168"/>
            <a:ext cx="172996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END</a:t>
            </a:r>
            <a:endParaRPr lang="ko-KR" altLang="en-US" sz="6000" dirty="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08339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969</Words>
  <Application>Microsoft Office PowerPoint</Application>
  <PresentationFormat>와이드스크린</PresentationFormat>
  <Paragraphs>92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Pretendard ExtraBold</vt:lpstr>
      <vt:lpstr>Pretendard Medium</vt:lpstr>
      <vt:lpstr>Pretendard SemiBold</vt:lpstr>
      <vt:lpstr>맑은 고딕</vt:lpstr>
      <vt:lpstr>Arial</vt:lpstr>
      <vt:lpstr>Office 테마</vt:lpstr>
      <vt:lpstr>AI-Based People Analytics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광채 유</dc:creator>
  <cp:lastModifiedBy>광채 유</cp:lastModifiedBy>
  <cp:revision>1</cp:revision>
  <dcterms:created xsi:type="dcterms:W3CDTF">2026-03-24T12:56:05Z</dcterms:created>
  <dcterms:modified xsi:type="dcterms:W3CDTF">2026-03-24T15:23:58Z</dcterms:modified>
</cp:coreProperties>
</file>